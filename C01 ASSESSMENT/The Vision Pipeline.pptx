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heme/theme3.xml" ContentType="application/vnd.openxmlformats-officedocument.theme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notesSlides/notesSlide1.xml" ContentType="application/vnd.openxmlformats-officedocument.presentationml.notesSlide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</p:sldMasterIdLst>
  <p:notesMasterIdLst>
    <p:notesMasterId r:id="rId8"/>
  </p:notesMasterIdLst>
  <p:sldIdLst>
    <p:sldId id="258" r:id="rId3"/>
    <p:sldId id="259" r:id="rId4"/>
    <p:sldId id="260" r:id="rId5"/>
    <p:sldId id="261" r:id="rId6"/>
    <p:sldId id="263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74" d="100"/>
          <a:sy n="74" d="100"/>
        </p:scale>
        <p:origin x="424" y="56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heme" Target="theme/theme1.xml"/><Relationship Id="rId5" Type="http://schemas.openxmlformats.org/officeDocument/2006/relationships/slide" Target="slides/slide3.xml"/><Relationship Id="rId10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It is a closed-loop technological pipeline that transforms real-world physical light into actionable digital intelligence.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258945-C35C-4C9A-80B8-AE6C88FF96CD}" type="slidenum">
              <a:rPr lang="en-IN" smtClean="0"/>
              <a:t>2</a:t>
            </a:fld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1.xml"/><Relationship Id="rId4" Type="http://schemas.openxmlformats.org/officeDocument/2006/relationships/tags" Target="../tags/tag10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14.xml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6.xml"/><Relationship Id="rId4" Type="http://schemas.openxmlformats.org/officeDocument/2006/relationships/tags" Target="../tags/tag15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21.xml"/><Relationship Id="rId4" Type="http://schemas.openxmlformats.org/officeDocument/2006/relationships/tags" Target="../tags/tag20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tags" Target="../tags/tag24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23.xml"/><Relationship Id="rId1" Type="http://schemas.openxmlformats.org/officeDocument/2006/relationships/tags" Target="../tags/tag22.xml"/><Relationship Id="rId6" Type="http://schemas.openxmlformats.org/officeDocument/2006/relationships/tags" Target="../tags/tag27.xml"/><Relationship Id="rId5" Type="http://schemas.openxmlformats.org/officeDocument/2006/relationships/tags" Target="../tags/tag26.xml"/><Relationship Id="rId4" Type="http://schemas.openxmlformats.org/officeDocument/2006/relationships/tags" Target="../tags/tag25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tags" Target="../tags/tag35.xml"/><Relationship Id="rId3" Type="http://schemas.openxmlformats.org/officeDocument/2006/relationships/tags" Target="../tags/tag30.xml"/><Relationship Id="rId7" Type="http://schemas.openxmlformats.org/officeDocument/2006/relationships/tags" Target="../tags/tag34.xml"/><Relationship Id="rId2" Type="http://schemas.openxmlformats.org/officeDocument/2006/relationships/tags" Target="../tags/tag29.xml"/><Relationship Id="rId1" Type="http://schemas.openxmlformats.org/officeDocument/2006/relationships/tags" Target="../tags/tag28.xml"/><Relationship Id="rId6" Type="http://schemas.openxmlformats.org/officeDocument/2006/relationships/tags" Target="../tags/tag33.xml"/><Relationship Id="rId5" Type="http://schemas.openxmlformats.org/officeDocument/2006/relationships/tags" Target="../tags/tag32.xml"/><Relationship Id="rId4" Type="http://schemas.openxmlformats.org/officeDocument/2006/relationships/tags" Target="../tags/tag31.xml"/><Relationship Id="rId9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tags" Target="../tags/tag36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39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tags" Target="../tags/tag42.xml"/><Relationship Id="rId2" Type="http://schemas.openxmlformats.org/officeDocument/2006/relationships/tags" Target="../tags/tag41.xml"/><Relationship Id="rId1" Type="http://schemas.openxmlformats.org/officeDocument/2006/relationships/tags" Target="../tags/tag40.xml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tags" Target="../tags/tag45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44.xml"/><Relationship Id="rId1" Type="http://schemas.openxmlformats.org/officeDocument/2006/relationships/tags" Target="../tags/tag43.xml"/><Relationship Id="rId6" Type="http://schemas.openxmlformats.org/officeDocument/2006/relationships/tags" Target="../tags/tag48.xml"/><Relationship Id="rId5" Type="http://schemas.openxmlformats.org/officeDocument/2006/relationships/tags" Target="../tags/tag47.xml"/><Relationship Id="rId4" Type="http://schemas.openxmlformats.org/officeDocument/2006/relationships/tags" Target="../tags/tag46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" Type="http://schemas.openxmlformats.org/officeDocument/2006/relationships/tags" Target="../tags/tag49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53.xml"/><Relationship Id="rId4" Type="http://schemas.openxmlformats.org/officeDocument/2006/relationships/tags" Target="../tags/tag52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tags" Target="../tags/tag56.xml"/><Relationship Id="rId2" Type="http://schemas.openxmlformats.org/officeDocument/2006/relationships/tags" Target="../tags/tag55.xml"/><Relationship Id="rId1" Type="http://schemas.openxmlformats.org/officeDocument/2006/relationships/tags" Target="../tags/tag54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57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tags" Target="../tags/tag60.xml"/><Relationship Id="rId2" Type="http://schemas.openxmlformats.org/officeDocument/2006/relationships/tags" Target="../tags/tag59.xml"/><Relationship Id="rId1" Type="http://schemas.openxmlformats.org/officeDocument/2006/relationships/tags" Target="../tags/tag58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62.xml"/><Relationship Id="rId4" Type="http://schemas.openxmlformats.org/officeDocument/2006/relationships/tags" Target="../tags/tag61.xml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tags" Target="../tags/tag77.xml"/><Relationship Id="rId13" Type="http://schemas.openxmlformats.org/officeDocument/2006/relationships/image" Target="../media/image2.png"/><Relationship Id="rId3" Type="http://schemas.openxmlformats.org/officeDocument/2006/relationships/tags" Target="../tags/tag72.xml"/><Relationship Id="rId7" Type="http://schemas.openxmlformats.org/officeDocument/2006/relationships/tags" Target="../tags/tag76.xml"/><Relationship Id="rId12" Type="http://schemas.openxmlformats.org/officeDocument/2006/relationships/slideMaster" Target="../slideMasters/slideMaster2.xml"/><Relationship Id="rId2" Type="http://schemas.openxmlformats.org/officeDocument/2006/relationships/tags" Target="../tags/tag71.xml"/><Relationship Id="rId1" Type="http://schemas.openxmlformats.org/officeDocument/2006/relationships/tags" Target="../tags/tag70.xml"/><Relationship Id="rId6" Type="http://schemas.openxmlformats.org/officeDocument/2006/relationships/tags" Target="../tags/tag75.xml"/><Relationship Id="rId11" Type="http://schemas.openxmlformats.org/officeDocument/2006/relationships/tags" Target="../tags/tag80.xml"/><Relationship Id="rId5" Type="http://schemas.openxmlformats.org/officeDocument/2006/relationships/tags" Target="../tags/tag74.xml"/><Relationship Id="rId10" Type="http://schemas.openxmlformats.org/officeDocument/2006/relationships/tags" Target="../tags/tag79.xml"/><Relationship Id="rId4" Type="http://schemas.openxmlformats.org/officeDocument/2006/relationships/tags" Target="../tags/tag73.xml"/><Relationship Id="rId9" Type="http://schemas.openxmlformats.org/officeDocument/2006/relationships/tags" Target="../tags/tag78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tags" Target="../tags/tag83.xml"/><Relationship Id="rId7" Type="http://schemas.openxmlformats.org/officeDocument/2006/relationships/slideMaster" Target="../slideMasters/slideMaster2.xml"/><Relationship Id="rId2" Type="http://schemas.openxmlformats.org/officeDocument/2006/relationships/tags" Target="../tags/tag82.xml"/><Relationship Id="rId1" Type="http://schemas.openxmlformats.org/officeDocument/2006/relationships/tags" Target="../tags/tag81.xml"/><Relationship Id="rId6" Type="http://schemas.openxmlformats.org/officeDocument/2006/relationships/tags" Target="../tags/tag86.xml"/><Relationship Id="rId5" Type="http://schemas.openxmlformats.org/officeDocument/2006/relationships/tags" Target="../tags/tag85.xml"/><Relationship Id="rId4" Type="http://schemas.openxmlformats.org/officeDocument/2006/relationships/tags" Target="../tags/tag84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tags" Target="../tags/tag89.xml"/><Relationship Id="rId2" Type="http://schemas.openxmlformats.org/officeDocument/2006/relationships/tags" Target="../tags/tag88.xml"/><Relationship Id="rId1" Type="http://schemas.openxmlformats.org/officeDocument/2006/relationships/tags" Target="../tags/tag87.xml"/><Relationship Id="rId6" Type="http://schemas.openxmlformats.org/officeDocument/2006/relationships/slideMaster" Target="../slideMasters/slideMaster2.xml"/><Relationship Id="rId5" Type="http://schemas.openxmlformats.org/officeDocument/2006/relationships/tags" Target="../tags/tag91.xml"/><Relationship Id="rId4" Type="http://schemas.openxmlformats.org/officeDocument/2006/relationships/tags" Target="../tags/tag90.xml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tags" Target="../tags/tag99.xml"/><Relationship Id="rId3" Type="http://schemas.openxmlformats.org/officeDocument/2006/relationships/tags" Target="../tags/tag94.xml"/><Relationship Id="rId7" Type="http://schemas.openxmlformats.org/officeDocument/2006/relationships/tags" Target="../tags/tag98.xml"/><Relationship Id="rId12" Type="http://schemas.openxmlformats.org/officeDocument/2006/relationships/image" Target="../media/image2.png"/><Relationship Id="rId2" Type="http://schemas.openxmlformats.org/officeDocument/2006/relationships/tags" Target="../tags/tag93.xml"/><Relationship Id="rId1" Type="http://schemas.openxmlformats.org/officeDocument/2006/relationships/tags" Target="../tags/tag92.xml"/><Relationship Id="rId6" Type="http://schemas.openxmlformats.org/officeDocument/2006/relationships/tags" Target="../tags/tag97.xml"/><Relationship Id="rId11" Type="http://schemas.openxmlformats.org/officeDocument/2006/relationships/slideMaster" Target="../slideMasters/slideMaster2.xml"/><Relationship Id="rId5" Type="http://schemas.openxmlformats.org/officeDocument/2006/relationships/tags" Target="../tags/tag96.xml"/><Relationship Id="rId10" Type="http://schemas.openxmlformats.org/officeDocument/2006/relationships/tags" Target="../tags/tag101.xml"/><Relationship Id="rId4" Type="http://schemas.openxmlformats.org/officeDocument/2006/relationships/tags" Target="../tags/tag95.xml"/><Relationship Id="rId9" Type="http://schemas.openxmlformats.org/officeDocument/2006/relationships/tags" Target="../tags/tag100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tags" Target="../tags/tag104.xml"/><Relationship Id="rId7" Type="http://schemas.openxmlformats.org/officeDocument/2006/relationships/slideMaster" Target="../slideMasters/slideMaster2.xml"/><Relationship Id="rId2" Type="http://schemas.openxmlformats.org/officeDocument/2006/relationships/tags" Target="../tags/tag103.xml"/><Relationship Id="rId1" Type="http://schemas.openxmlformats.org/officeDocument/2006/relationships/tags" Target="../tags/tag102.xml"/><Relationship Id="rId6" Type="http://schemas.openxmlformats.org/officeDocument/2006/relationships/tags" Target="../tags/tag107.xml"/><Relationship Id="rId5" Type="http://schemas.openxmlformats.org/officeDocument/2006/relationships/tags" Target="../tags/tag106.xml"/><Relationship Id="rId4" Type="http://schemas.openxmlformats.org/officeDocument/2006/relationships/tags" Target="../tags/tag105.xml"/></Relationships>
</file>

<file path=ppt/slideLayouts/_rels/slideLayout17.xml.rels><?xml version="1.0" encoding="UTF-8" standalone="yes"?>
<Relationships xmlns="http://schemas.openxmlformats.org/package/2006/relationships"><Relationship Id="rId8" Type="http://schemas.openxmlformats.org/officeDocument/2006/relationships/tags" Target="../tags/tag115.xml"/><Relationship Id="rId3" Type="http://schemas.openxmlformats.org/officeDocument/2006/relationships/tags" Target="../tags/tag110.xml"/><Relationship Id="rId7" Type="http://schemas.openxmlformats.org/officeDocument/2006/relationships/tags" Target="../tags/tag114.xml"/><Relationship Id="rId2" Type="http://schemas.openxmlformats.org/officeDocument/2006/relationships/tags" Target="../tags/tag109.xml"/><Relationship Id="rId1" Type="http://schemas.openxmlformats.org/officeDocument/2006/relationships/tags" Target="../tags/tag108.xml"/><Relationship Id="rId6" Type="http://schemas.openxmlformats.org/officeDocument/2006/relationships/tags" Target="../tags/tag113.xml"/><Relationship Id="rId5" Type="http://schemas.openxmlformats.org/officeDocument/2006/relationships/tags" Target="../tags/tag112.xml"/><Relationship Id="rId4" Type="http://schemas.openxmlformats.org/officeDocument/2006/relationships/tags" Target="../tags/tag111.xml"/><Relationship Id="rId9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tags" Target="../tags/tag118.xml"/><Relationship Id="rId2" Type="http://schemas.openxmlformats.org/officeDocument/2006/relationships/tags" Target="../tags/tag117.xml"/><Relationship Id="rId1" Type="http://schemas.openxmlformats.org/officeDocument/2006/relationships/tags" Target="../tags/tag116.xml"/><Relationship Id="rId5" Type="http://schemas.openxmlformats.org/officeDocument/2006/relationships/slideMaster" Target="../slideMasters/slideMaster2.xml"/><Relationship Id="rId4" Type="http://schemas.openxmlformats.org/officeDocument/2006/relationships/tags" Target="../tags/tag119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tags" Target="../tags/tag122.xml"/><Relationship Id="rId2" Type="http://schemas.openxmlformats.org/officeDocument/2006/relationships/tags" Target="../tags/tag121.xml"/><Relationship Id="rId1" Type="http://schemas.openxmlformats.org/officeDocument/2006/relationships/tags" Target="../tags/tag120.xml"/><Relationship Id="rId4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tags" Target="../tags/tag125.xml"/><Relationship Id="rId2" Type="http://schemas.openxmlformats.org/officeDocument/2006/relationships/tags" Target="../tags/tag124.xml"/><Relationship Id="rId1" Type="http://schemas.openxmlformats.org/officeDocument/2006/relationships/tags" Target="../tags/tag123.xml"/><Relationship Id="rId5" Type="http://schemas.openxmlformats.org/officeDocument/2006/relationships/slideMaster" Target="../slideMasters/slideMaster2.xml"/><Relationship Id="rId4" Type="http://schemas.openxmlformats.org/officeDocument/2006/relationships/tags" Target="../tags/tag126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tags" Target="../tags/tag129.xml"/><Relationship Id="rId2" Type="http://schemas.openxmlformats.org/officeDocument/2006/relationships/tags" Target="../tags/tag128.xml"/><Relationship Id="rId1" Type="http://schemas.openxmlformats.org/officeDocument/2006/relationships/tags" Target="../tags/tag127.xml"/><Relationship Id="rId6" Type="http://schemas.openxmlformats.org/officeDocument/2006/relationships/slideMaster" Target="../slideMasters/slideMaster2.xml"/><Relationship Id="rId5" Type="http://schemas.openxmlformats.org/officeDocument/2006/relationships/tags" Target="../tags/tag131.xml"/><Relationship Id="rId4" Type="http://schemas.openxmlformats.org/officeDocument/2006/relationships/tags" Target="../tags/tag130.xml"/></Relationships>
</file>

<file path=ppt/slideLayouts/_rels/slideLayout22.xml.rels><?xml version="1.0" encoding="UTF-8" standalone="yes"?>
<Relationships xmlns="http://schemas.openxmlformats.org/package/2006/relationships"><Relationship Id="rId8" Type="http://schemas.openxmlformats.org/officeDocument/2006/relationships/tags" Target="../tags/tag139.xml"/><Relationship Id="rId3" Type="http://schemas.openxmlformats.org/officeDocument/2006/relationships/tags" Target="../tags/tag134.xml"/><Relationship Id="rId7" Type="http://schemas.openxmlformats.org/officeDocument/2006/relationships/tags" Target="../tags/tag138.xml"/><Relationship Id="rId12" Type="http://schemas.openxmlformats.org/officeDocument/2006/relationships/image" Target="../media/image2.png"/><Relationship Id="rId2" Type="http://schemas.openxmlformats.org/officeDocument/2006/relationships/tags" Target="../tags/tag133.xml"/><Relationship Id="rId1" Type="http://schemas.openxmlformats.org/officeDocument/2006/relationships/tags" Target="../tags/tag132.xml"/><Relationship Id="rId6" Type="http://schemas.openxmlformats.org/officeDocument/2006/relationships/tags" Target="../tags/tag137.xml"/><Relationship Id="rId11" Type="http://schemas.openxmlformats.org/officeDocument/2006/relationships/slideMaster" Target="../slideMasters/slideMaster2.xml"/><Relationship Id="rId5" Type="http://schemas.openxmlformats.org/officeDocument/2006/relationships/tags" Target="../tags/tag136.xml"/><Relationship Id="rId10" Type="http://schemas.openxmlformats.org/officeDocument/2006/relationships/tags" Target="../tags/tag141.xml"/><Relationship Id="rId4" Type="http://schemas.openxmlformats.org/officeDocument/2006/relationships/tags" Target="../tags/tag135.xml"/><Relationship Id="rId9" Type="http://schemas.openxmlformats.org/officeDocument/2006/relationships/tags" Target="../tags/tag140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  <p:custDataLst>
              <p:tags r:id="rId1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  <p:custDataLst>
              <p:tags r:id="rId2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  <a:t>8/9/2026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itle 8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 hasCustomPrompt="1"/>
            <p:custDataLst>
              <p:tags r:id="rId1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en-US"/>
              <a:t>Click to edit title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  <p:custDataLst>
              <p:tags r:id="rId2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en-US"/>
              <a:t>Click to edit title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  <p:custDataLst>
              <p:tags r:id="rId5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>
            <p:custDataLst>
              <p:tags r:id="rId1"/>
            </p:custDataLst>
          </p:nvPr>
        </p:nvSpPr>
        <p:spPr>
          <a:xfrm>
            <a:off x="0" y="-6350"/>
            <a:ext cx="12192000" cy="6864349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algn="ctr"/>
            <a:endParaRPr lang="en-US" sz="160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3" name="等腰三角形 15"/>
          <p:cNvSpPr/>
          <p:nvPr>
            <p:custDataLst>
              <p:tags r:id="rId2"/>
            </p:custDataLst>
          </p:nvPr>
        </p:nvSpPr>
        <p:spPr>
          <a:xfrm rot="13818227">
            <a:off x="10679324" y="3597564"/>
            <a:ext cx="416585" cy="2620125"/>
          </a:xfrm>
          <a:custGeom>
            <a:avLst/>
            <a:gdLst>
              <a:gd name="connsiteX0" fmla="*/ 0 w 290384"/>
              <a:gd name="connsiteY0" fmla="*/ 1623154 h 1623154"/>
              <a:gd name="connsiteX1" fmla="*/ 145192 w 290384"/>
              <a:gd name="connsiteY1" fmla="*/ 0 h 1623154"/>
              <a:gd name="connsiteX2" fmla="*/ 290384 w 290384"/>
              <a:gd name="connsiteY2" fmla="*/ 1623154 h 1623154"/>
              <a:gd name="connsiteX3" fmla="*/ 0 w 290384"/>
              <a:gd name="connsiteY3" fmla="*/ 1623154 h 1623154"/>
              <a:gd name="connsiteX0-1" fmla="*/ 0 w 554115"/>
              <a:gd name="connsiteY0-2" fmla="*/ 1623154 h 2423897"/>
              <a:gd name="connsiteX1-3" fmla="*/ 145192 w 554115"/>
              <a:gd name="connsiteY1-4" fmla="*/ 0 h 2423897"/>
              <a:gd name="connsiteX2-5" fmla="*/ 554115 w 554115"/>
              <a:gd name="connsiteY2-6" fmla="*/ 2423897 h 2423897"/>
              <a:gd name="connsiteX3-7" fmla="*/ 0 w 554115"/>
              <a:gd name="connsiteY3-8" fmla="*/ 1623154 h 2423897"/>
              <a:gd name="connsiteX0-9" fmla="*/ 0 w 696358"/>
              <a:gd name="connsiteY0-10" fmla="*/ 2495406 h 2495406"/>
              <a:gd name="connsiteX1-11" fmla="*/ 287435 w 696358"/>
              <a:gd name="connsiteY1-12" fmla="*/ 0 h 2495406"/>
              <a:gd name="connsiteX2-13" fmla="*/ 696358 w 696358"/>
              <a:gd name="connsiteY2-14" fmla="*/ 2423897 h 2495406"/>
              <a:gd name="connsiteX3-15" fmla="*/ 0 w 696358"/>
              <a:gd name="connsiteY3-16" fmla="*/ 2495406 h 2495406"/>
              <a:gd name="connsiteX0-17" fmla="*/ 0 w 696358"/>
              <a:gd name="connsiteY0-18" fmla="*/ 2223416 h 2223416"/>
              <a:gd name="connsiteX1-19" fmla="*/ 272100 w 696358"/>
              <a:gd name="connsiteY1-20" fmla="*/ 0 h 2223416"/>
              <a:gd name="connsiteX2-21" fmla="*/ 696358 w 696358"/>
              <a:gd name="connsiteY2-22" fmla="*/ 2151907 h 2223416"/>
              <a:gd name="connsiteX3-23" fmla="*/ 0 w 696358"/>
              <a:gd name="connsiteY3-24" fmla="*/ 2223416 h 2223416"/>
              <a:gd name="connsiteX0-25" fmla="*/ 5271 w 701629"/>
              <a:gd name="connsiteY0-26" fmla="*/ 2223416 h 2223416"/>
              <a:gd name="connsiteX1-27" fmla="*/ 277371 w 701629"/>
              <a:gd name="connsiteY1-28" fmla="*/ 0 h 2223416"/>
              <a:gd name="connsiteX2-29" fmla="*/ 701629 w 701629"/>
              <a:gd name="connsiteY2-30" fmla="*/ 2151907 h 2223416"/>
              <a:gd name="connsiteX3-31" fmla="*/ 5271 w 701629"/>
              <a:gd name="connsiteY3-32" fmla="*/ 2223416 h 2223416"/>
              <a:gd name="connsiteX0-33" fmla="*/ 5271 w 701629"/>
              <a:gd name="connsiteY0-34" fmla="*/ 2223416 h 2495503"/>
              <a:gd name="connsiteX1-35" fmla="*/ 277371 w 701629"/>
              <a:gd name="connsiteY1-36" fmla="*/ 0 h 2495503"/>
              <a:gd name="connsiteX2-37" fmla="*/ 701629 w 701629"/>
              <a:gd name="connsiteY2-38" fmla="*/ 2151907 h 2495503"/>
              <a:gd name="connsiteX3-39" fmla="*/ 5271 w 701629"/>
              <a:gd name="connsiteY3-40" fmla="*/ 2223416 h 2495503"/>
              <a:gd name="connsiteX0-41" fmla="*/ 5271 w 564476"/>
              <a:gd name="connsiteY0-42" fmla="*/ 2223416 h 2609599"/>
              <a:gd name="connsiteX1-43" fmla="*/ 277371 w 564476"/>
              <a:gd name="connsiteY1-44" fmla="*/ 0 h 2609599"/>
              <a:gd name="connsiteX2-45" fmla="*/ 564476 w 564476"/>
              <a:gd name="connsiteY2-46" fmla="*/ 2496083 h 2609599"/>
              <a:gd name="connsiteX3-47" fmla="*/ 5271 w 564476"/>
              <a:gd name="connsiteY3-48" fmla="*/ 2223416 h 2609599"/>
              <a:gd name="connsiteX0-49" fmla="*/ 5271 w 387336"/>
              <a:gd name="connsiteY0-50" fmla="*/ 2223416 h 2547200"/>
              <a:gd name="connsiteX1-51" fmla="*/ 277371 w 387336"/>
              <a:gd name="connsiteY1-52" fmla="*/ 0 h 2547200"/>
              <a:gd name="connsiteX2-53" fmla="*/ 387336 w 387336"/>
              <a:gd name="connsiteY2-54" fmla="*/ 2336659 h 2547200"/>
              <a:gd name="connsiteX3-55" fmla="*/ 5271 w 387336"/>
              <a:gd name="connsiteY3-56" fmla="*/ 2223416 h 2547200"/>
              <a:gd name="connsiteX0-57" fmla="*/ 4724 w 416585"/>
              <a:gd name="connsiteY0-58" fmla="*/ 2266767 h 2576790"/>
              <a:gd name="connsiteX1-59" fmla="*/ 306620 w 416585"/>
              <a:gd name="connsiteY1-60" fmla="*/ 0 h 2576790"/>
              <a:gd name="connsiteX2-61" fmla="*/ 416585 w 416585"/>
              <a:gd name="connsiteY2-62" fmla="*/ 2336659 h 2576790"/>
              <a:gd name="connsiteX3-63" fmla="*/ 4724 w 416585"/>
              <a:gd name="connsiteY3-64" fmla="*/ 2266767 h 2576790"/>
              <a:gd name="connsiteX0-65" fmla="*/ 4724 w 416585"/>
              <a:gd name="connsiteY0-66" fmla="*/ 2266767 h 2620125"/>
              <a:gd name="connsiteX1-67" fmla="*/ 306620 w 416585"/>
              <a:gd name="connsiteY1-68" fmla="*/ 0 h 2620125"/>
              <a:gd name="connsiteX2-69" fmla="*/ 416585 w 416585"/>
              <a:gd name="connsiteY2-70" fmla="*/ 2336659 h 2620125"/>
              <a:gd name="connsiteX3-71" fmla="*/ 4724 w 416585"/>
              <a:gd name="connsiteY3-72" fmla="*/ 2266767 h 262012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416585" h="2620125">
                <a:moveTo>
                  <a:pt x="4724" y="2266767"/>
                </a:moveTo>
                <a:cubicBezTo>
                  <a:pt x="-37600" y="1477099"/>
                  <a:pt x="215920" y="741139"/>
                  <a:pt x="306620" y="0"/>
                </a:cubicBezTo>
                <a:lnTo>
                  <a:pt x="416585" y="2336659"/>
                </a:lnTo>
                <a:cubicBezTo>
                  <a:pt x="327450" y="2516325"/>
                  <a:pt x="366164" y="2907341"/>
                  <a:pt x="4724" y="2266767"/>
                </a:cubicBezTo>
                <a:close/>
              </a:path>
            </a:pathLst>
          </a:custGeom>
          <a:gradFill>
            <a:gsLst>
              <a:gs pos="0">
                <a:schemeClr val="tx1">
                  <a:alpha val="8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</a:gradFill>
          <a:ln w="28575">
            <a:noFill/>
          </a:ln>
          <a:effectLst>
            <a:glow>
              <a:schemeClr val="tx1">
                <a:alpha val="2000"/>
              </a:schemeClr>
            </a:glow>
            <a:outerShdw blurRad="406400" dist="50800" dir="5400000" algn="ctr" rotWithShape="0">
              <a:srgbClr val="000000">
                <a:alpha val="43137"/>
              </a:srgbClr>
            </a:outerShdw>
            <a:softEdge rad="254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algn="ctr"/>
            <a:endParaRPr lang="en-US" sz="160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pic>
        <p:nvPicPr>
          <p:cNvPr id="14" name="图片 13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693" t="52925"/>
          <a:stretch>
            <a:fillRect/>
          </a:stretch>
        </p:blipFill>
        <p:spPr>
          <a:xfrm>
            <a:off x="9715433" y="3636576"/>
            <a:ext cx="2475424" cy="3227774"/>
          </a:xfrm>
          <a:custGeom>
            <a:avLst/>
            <a:gdLst>
              <a:gd name="connsiteX0" fmla="*/ 2475424 w 2475424"/>
              <a:gd name="connsiteY0" fmla="*/ 0 h 3227774"/>
              <a:gd name="connsiteX1" fmla="*/ 2475424 w 2475424"/>
              <a:gd name="connsiteY1" fmla="*/ 3227774 h 3227774"/>
              <a:gd name="connsiteX2" fmla="*/ 0 w 2475424"/>
              <a:gd name="connsiteY2" fmla="*/ 3227774 h 3227774"/>
              <a:gd name="connsiteX3" fmla="*/ 130248 w 2475424"/>
              <a:gd name="connsiteY3" fmla="*/ 3220104 h 3227774"/>
              <a:gd name="connsiteX4" fmla="*/ 299163 w 2475424"/>
              <a:gd name="connsiteY4" fmla="*/ 1869687 h 3227774"/>
              <a:gd name="connsiteX5" fmla="*/ 2438452 w 2475424"/>
              <a:gd name="connsiteY5" fmla="*/ 179447 h 32277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475424" h="3227774">
                <a:moveTo>
                  <a:pt x="2475424" y="0"/>
                </a:moveTo>
                <a:lnTo>
                  <a:pt x="2475424" y="3227774"/>
                </a:lnTo>
                <a:lnTo>
                  <a:pt x="0" y="3227774"/>
                </a:lnTo>
                <a:lnTo>
                  <a:pt x="130248" y="3220104"/>
                </a:lnTo>
                <a:cubicBezTo>
                  <a:pt x="961732" y="3145615"/>
                  <a:pt x="1023033" y="2778241"/>
                  <a:pt x="299163" y="1869687"/>
                </a:cubicBezTo>
                <a:cubicBezTo>
                  <a:pt x="1106497" y="1359631"/>
                  <a:pt x="2186576" y="1062514"/>
                  <a:pt x="2438452" y="179447"/>
                </a:cubicBezTo>
                <a:close/>
              </a:path>
            </a:pathLst>
          </a:custGeom>
          <a:effectLst/>
        </p:spPr>
      </p:pic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4"/>
            </p:custDataLst>
          </p:nvPr>
        </p:nvSpPr>
        <p:spPr>
          <a:xfrm>
            <a:off x="838200" y="1252855"/>
            <a:ext cx="10515600" cy="2902585"/>
          </a:xfrm>
          <a:noFill/>
        </p:spPr>
        <p:txBody>
          <a:bodyPr wrap="square" rtlCol="0" anchor="t">
            <a:normAutofit/>
          </a:bodyPr>
          <a:lstStyle>
            <a:lvl1pPr>
              <a:defRPr lang="en-US" sz="5200" dirty="0">
                <a:gradFill flip="none" rotWithShape="1">
                  <a:gsLst>
                    <a:gs pos="0">
                      <a:schemeClr val="accent2">
                        <a:lumMod val="60000"/>
                        <a:lumOff val="40000"/>
                      </a:schemeClr>
                    </a:gs>
                    <a:gs pos="35000">
                      <a:schemeClr val="accent2"/>
                    </a:gs>
                    <a:gs pos="100000">
                      <a:schemeClr val="accent1"/>
                    </a:gs>
                  </a:gsLst>
                  <a:lin ang="3000000" scaled="0"/>
                  <a:tileRect/>
                </a:gradFill>
                <a:latin typeface="+mj-lt"/>
                <a:sym typeface="+mn-lt"/>
              </a:defRPr>
            </a:lvl1pPr>
          </a:lstStyle>
          <a:p>
            <a:pPr marL="0" lvl="0" defTabSz="1218565"/>
            <a:r>
              <a:rPr sz="6000" dirty="0">
                <a:sym typeface="+mn-ea"/>
              </a:rPr>
              <a:t>Click to add title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5"/>
            </p:custDataLst>
          </p:nvPr>
        </p:nvSpPr>
        <p:spPr>
          <a:xfrm>
            <a:off x="904875" y="180975"/>
            <a:ext cx="10515600" cy="944880"/>
          </a:xfrm>
          <a:noFill/>
        </p:spPr>
        <p:txBody>
          <a:bodyPr wrap="square" rtlCol="0" anchor="b">
            <a:normAutofit/>
          </a:bodyPr>
          <a:lstStyle>
            <a:lvl1pPr marL="0" indent="0">
              <a:buNone/>
              <a:defRPr lang="en-US"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marL="0" lvl="0"/>
            <a:r>
              <a:rPr>
                <a:sym typeface="+mn-ea"/>
              </a:rPr>
              <a:t>Click to add subtitle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>
            <a:normAutofit/>
          </a:bodyPr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3" hasCustomPrompt="1"/>
            <p:custDataLst>
              <p:tags r:id="rId9"/>
            </p:custDataLst>
          </p:nvPr>
        </p:nvSpPr>
        <p:spPr>
          <a:xfrm>
            <a:off x="891540" y="4946650"/>
            <a:ext cx="5776595" cy="1244600"/>
          </a:xfrm>
        </p:spPr>
        <p:txBody>
          <a:bodyPr wrap="square" anchor="b" anchorCtr="0">
            <a:normAutofit/>
          </a:bodyPr>
          <a:lstStyle>
            <a:lvl1pPr marL="0" indent="0">
              <a:lnSpc>
                <a:spcPct val="100000"/>
              </a:lnSpc>
              <a:buNone/>
              <a:defRPr sz="1800" b="1">
                <a:gradFill>
                  <a:gsLst>
                    <a:gs pos="0">
                      <a:schemeClr val="accent2">
                        <a:lumMod val="70000"/>
                        <a:lumOff val="30000"/>
                      </a:schemeClr>
                    </a:gs>
                    <a:gs pos="35000">
                      <a:schemeClr val="accent2"/>
                    </a:gs>
                    <a:gs pos="100000">
                      <a:schemeClr val="accent1"/>
                    </a:gs>
                  </a:gsLst>
                  <a:lin ang="3000000" scaled="0"/>
                </a:gradFill>
                <a:latin typeface="+mn-lt"/>
              </a:defRPr>
            </a:lvl1pPr>
          </a:lstStyle>
          <a:p>
            <a:pPr lvl="0"/>
            <a:r>
              <a:rPr lang="en-US" dirty="0">
                <a:sym typeface="+mn-ea"/>
              </a:rPr>
              <a:t>Click to add text</a:t>
            </a:r>
          </a:p>
        </p:txBody>
      </p:sp>
      <p:sp>
        <p:nvSpPr>
          <p:cNvPr id="24" name="文本占位符 23"/>
          <p:cNvSpPr>
            <a:spLocks noGrp="1"/>
          </p:cNvSpPr>
          <p:nvPr>
            <p:ph type="body" sz="quarter" idx="17" hasCustomPrompt="1"/>
            <p:custDataLst>
              <p:tags r:id="rId10"/>
            </p:custDataLst>
          </p:nvPr>
        </p:nvSpPr>
        <p:spPr>
          <a:xfrm>
            <a:off x="1421061" y="4299150"/>
            <a:ext cx="5193634" cy="504000"/>
          </a:xfrm>
        </p:spPr>
        <p:txBody>
          <a:bodyPr wrap="square" anchor="ctr">
            <a:normAutofit/>
          </a:bodyPr>
          <a:lstStyle>
            <a:lvl1pPr marL="0" indent="0" algn="l">
              <a:lnSpc>
                <a:spcPct val="100000"/>
              </a:lnSpc>
              <a:buNone/>
              <a:defRPr sz="2000" b="1">
                <a:gradFill>
                  <a:gsLst>
                    <a:gs pos="0">
                      <a:schemeClr val="accent2">
                        <a:lumMod val="60000"/>
                        <a:lumOff val="40000"/>
                      </a:schemeClr>
                    </a:gs>
                    <a:gs pos="35000">
                      <a:schemeClr val="accent2"/>
                    </a:gs>
                    <a:gs pos="100000">
                      <a:schemeClr val="accent1"/>
                    </a:gs>
                  </a:gsLst>
                  <a:lin ang="3000000" scaled="0"/>
                </a:gradFill>
                <a:latin typeface="+mn-lt"/>
              </a:defRPr>
            </a:lvl1pPr>
          </a:lstStyle>
          <a:p>
            <a:pPr lvl="0"/>
            <a:r>
              <a:rPr lang="en-US" dirty="0">
                <a:sym typeface="+mn-ea"/>
              </a:rPr>
              <a:t>Click to add text</a:t>
            </a:r>
          </a:p>
        </p:txBody>
      </p:sp>
      <p:sp>
        <p:nvSpPr>
          <p:cNvPr id="9" name="iconfont-10342-5064101"/>
          <p:cNvSpPr>
            <a:spLocks noChangeAspect="1"/>
          </p:cNvSpPr>
          <p:nvPr>
            <p:custDataLst>
              <p:tags r:id="rId11"/>
            </p:custDataLst>
          </p:nvPr>
        </p:nvSpPr>
        <p:spPr>
          <a:xfrm>
            <a:off x="838198" y="4335150"/>
            <a:ext cx="432000" cy="432000"/>
          </a:xfrm>
          <a:custGeom>
            <a:avLst/>
            <a:gdLst>
              <a:gd name="T0" fmla="*/ 4360 w 8720"/>
              <a:gd name="T1" fmla="*/ 8720 h 8720"/>
              <a:gd name="T2" fmla="*/ 0 w 8720"/>
              <a:gd name="T3" fmla="*/ 4360 h 8720"/>
              <a:gd name="T4" fmla="*/ 4360 w 8720"/>
              <a:gd name="T5" fmla="*/ 0 h 8720"/>
              <a:gd name="T6" fmla="*/ 8720 w 8720"/>
              <a:gd name="T7" fmla="*/ 4360 h 8720"/>
              <a:gd name="T8" fmla="*/ 4360 w 8720"/>
              <a:gd name="T9" fmla="*/ 8720 h 8720"/>
              <a:gd name="T10" fmla="*/ 6520 w 8720"/>
              <a:gd name="T11" fmla="*/ 5320 h 8720"/>
              <a:gd name="T12" fmla="*/ 6120 w 8720"/>
              <a:gd name="T13" fmla="*/ 5160 h 8720"/>
              <a:gd name="T14" fmla="*/ 5040 w 8720"/>
              <a:gd name="T15" fmla="*/ 4680 h 8720"/>
              <a:gd name="T16" fmla="*/ 5240 w 8720"/>
              <a:gd name="T17" fmla="*/ 4120 h 8720"/>
              <a:gd name="T18" fmla="*/ 5520 w 8720"/>
              <a:gd name="T19" fmla="*/ 2600 h 8720"/>
              <a:gd name="T20" fmla="*/ 4440 w 8720"/>
              <a:gd name="T21" fmla="*/ 1800 h 8720"/>
              <a:gd name="T22" fmla="*/ 3360 w 8720"/>
              <a:gd name="T23" fmla="*/ 2600 h 8720"/>
              <a:gd name="T24" fmla="*/ 3640 w 8720"/>
              <a:gd name="T25" fmla="*/ 4120 h 8720"/>
              <a:gd name="T26" fmla="*/ 3840 w 8720"/>
              <a:gd name="T27" fmla="*/ 4680 h 8720"/>
              <a:gd name="T28" fmla="*/ 2760 w 8720"/>
              <a:gd name="T29" fmla="*/ 5160 h 8720"/>
              <a:gd name="T30" fmla="*/ 2360 w 8720"/>
              <a:gd name="T31" fmla="*/ 5320 h 8720"/>
              <a:gd name="T32" fmla="*/ 2240 w 8720"/>
              <a:gd name="T33" fmla="*/ 6520 h 8720"/>
              <a:gd name="T34" fmla="*/ 6600 w 8720"/>
              <a:gd name="T35" fmla="*/ 6520 h 8720"/>
              <a:gd name="T36" fmla="*/ 6520 w 8720"/>
              <a:gd name="T37" fmla="*/ 5320 h 87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8720" h="8720">
                <a:moveTo>
                  <a:pt x="4360" y="8720"/>
                </a:moveTo>
                <a:cubicBezTo>
                  <a:pt x="1960" y="8720"/>
                  <a:pt x="0" y="6760"/>
                  <a:pt x="0" y="4360"/>
                </a:cubicBezTo>
                <a:cubicBezTo>
                  <a:pt x="0" y="1960"/>
                  <a:pt x="1960" y="0"/>
                  <a:pt x="4360" y="0"/>
                </a:cubicBezTo>
                <a:cubicBezTo>
                  <a:pt x="6760" y="0"/>
                  <a:pt x="8720" y="1960"/>
                  <a:pt x="8720" y="4360"/>
                </a:cubicBezTo>
                <a:cubicBezTo>
                  <a:pt x="8720" y="6760"/>
                  <a:pt x="6760" y="8720"/>
                  <a:pt x="4360" y="8720"/>
                </a:cubicBezTo>
                <a:close/>
                <a:moveTo>
                  <a:pt x="6520" y="5320"/>
                </a:moveTo>
                <a:cubicBezTo>
                  <a:pt x="6400" y="5240"/>
                  <a:pt x="6280" y="5200"/>
                  <a:pt x="6120" y="5160"/>
                </a:cubicBezTo>
                <a:cubicBezTo>
                  <a:pt x="5760" y="5080"/>
                  <a:pt x="5320" y="5040"/>
                  <a:pt x="5040" y="4680"/>
                </a:cubicBezTo>
                <a:cubicBezTo>
                  <a:pt x="5040" y="4680"/>
                  <a:pt x="4880" y="4520"/>
                  <a:pt x="5240" y="4120"/>
                </a:cubicBezTo>
                <a:cubicBezTo>
                  <a:pt x="5600" y="3720"/>
                  <a:pt x="5600" y="3080"/>
                  <a:pt x="5520" y="2600"/>
                </a:cubicBezTo>
                <a:cubicBezTo>
                  <a:pt x="5440" y="2120"/>
                  <a:pt x="4960" y="1800"/>
                  <a:pt x="4440" y="1800"/>
                </a:cubicBezTo>
                <a:cubicBezTo>
                  <a:pt x="3920" y="1800"/>
                  <a:pt x="3440" y="2120"/>
                  <a:pt x="3360" y="2600"/>
                </a:cubicBezTo>
                <a:cubicBezTo>
                  <a:pt x="3280" y="3080"/>
                  <a:pt x="3320" y="3720"/>
                  <a:pt x="3640" y="4120"/>
                </a:cubicBezTo>
                <a:cubicBezTo>
                  <a:pt x="4000" y="4520"/>
                  <a:pt x="3840" y="4680"/>
                  <a:pt x="3840" y="4680"/>
                </a:cubicBezTo>
                <a:cubicBezTo>
                  <a:pt x="3560" y="5040"/>
                  <a:pt x="3120" y="5080"/>
                  <a:pt x="2760" y="5160"/>
                </a:cubicBezTo>
                <a:cubicBezTo>
                  <a:pt x="2600" y="5200"/>
                  <a:pt x="2480" y="5240"/>
                  <a:pt x="2360" y="5320"/>
                </a:cubicBezTo>
                <a:cubicBezTo>
                  <a:pt x="2120" y="5440"/>
                  <a:pt x="2240" y="6520"/>
                  <a:pt x="2240" y="6520"/>
                </a:cubicBezTo>
                <a:lnTo>
                  <a:pt x="6600" y="6520"/>
                </a:lnTo>
                <a:cubicBezTo>
                  <a:pt x="6520" y="6520"/>
                  <a:pt x="6600" y="5480"/>
                  <a:pt x="6520" y="532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US">
              <a:latin typeface="Arial" panose="020B0604020202020204" pitchFamily="34" charset="0"/>
              <a:sym typeface="+mn-lt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>
            <p:custDataLst>
              <p:tags r:id="rId1"/>
            </p:custDataLst>
          </p:nvPr>
        </p:nvSpPr>
        <p:spPr>
          <a:xfrm flipH="1"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2"/>
              </a:gs>
            </a:gsLst>
            <a:lin ang="90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compatLnSpc="1">
            <a:noAutofit/>
          </a:bodyPr>
          <a:lstStyle/>
          <a:p>
            <a:pPr algn="ctr"/>
            <a:endParaRPr lang="en-US" sz="160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j-lt"/>
                <a:sym typeface="Arial" panose="020B0604020202020204" pitchFamily="34" charset="0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atalo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>
            <p:custDataLst>
              <p:tags r:id="rId1"/>
            </p:custDataLst>
          </p:nvPr>
        </p:nvSpPr>
        <p:spPr>
          <a:xfrm flipH="1"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2"/>
              </a:gs>
            </a:gsLst>
            <a:lin ang="90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compatLnSpc="1">
            <a:noAutofit/>
          </a:bodyPr>
          <a:lstStyle/>
          <a:p>
            <a:pPr algn="ctr"/>
            <a:endParaRPr lang="en-US" sz="160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0" y="995680"/>
            <a:ext cx="4690745" cy="2914015"/>
          </a:xfrm>
        </p:spPr>
        <p:txBody>
          <a:bodyPr wrap="square" anchor="b">
            <a:normAutofit/>
          </a:bodyPr>
          <a:lstStyle>
            <a:lvl1pPr algn="ctr">
              <a:defRPr sz="5800">
                <a:gradFill>
                  <a:gsLst>
                    <a:gs pos="0">
                      <a:schemeClr val="accent2">
                        <a:lumMod val="70000"/>
                        <a:lumOff val="30000"/>
                      </a:schemeClr>
                    </a:gs>
                    <a:gs pos="35000">
                      <a:schemeClr val="accent2"/>
                    </a:gs>
                    <a:gs pos="100000">
                      <a:schemeClr val="accent1"/>
                    </a:gs>
                  </a:gsLst>
                  <a:lin ang="3000000" scaled="0"/>
                </a:gradFill>
                <a:latin typeface="+mj-lt"/>
                <a:sym typeface="Arial" panose="020B0604020202020204" pitchFamily="34" charset="0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>
            <p:custDataLst>
              <p:tags r:id="rId1"/>
            </p:custDataLst>
          </p:nvPr>
        </p:nvSpPr>
        <p:spPr>
          <a:xfrm>
            <a:off x="0" y="-6350"/>
            <a:ext cx="12192000" cy="6864349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algn="ctr"/>
            <a:endParaRPr lang="en-US" sz="160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1" name="等腰三角形 15"/>
          <p:cNvSpPr/>
          <p:nvPr>
            <p:custDataLst>
              <p:tags r:id="rId2"/>
            </p:custDataLst>
          </p:nvPr>
        </p:nvSpPr>
        <p:spPr>
          <a:xfrm rot="13818227">
            <a:off x="10844016" y="3946656"/>
            <a:ext cx="371259" cy="2335043"/>
          </a:xfrm>
          <a:custGeom>
            <a:avLst/>
            <a:gdLst>
              <a:gd name="connsiteX0" fmla="*/ 0 w 290384"/>
              <a:gd name="connsiteY0" fmla="*/ 1623154 h 1623154"/>
              <a:gd name="connsiteX1" fmla="*/ 145192 w 290384"/>
              <a:gd name="connsiteY1" fmla="*/ 0 h 1623154"/>
              <a:gd name="connsiteX2" fmla="*/ 290384 w 290384"/>
              <a:gd name="connsiteY2" fmla="*/ 1623154 h 1623154"/>
              <a:gd name="connsiteX3" fmla="*/ 0 w 290384"/>
              <a:gd name="connsiteY3" fmla="*/ 1623154 h 1623154"/>
              <a:gd name="connsiteX0-1" fmla="*/ 0 w 554115"/>
              <a:gd name="connsiteY0-2" fmla="*/ 1623154 h 2423897"/>
              <a:gd name="connsiteX1-3" fmla="*/ 145192 w 554115"/>
              <a:gd name="connsiteY1-4" fmla="*/ 0 h 2423897"/>
              <a:gd name="connsiteX2-5" fmla="*/ 554115 w 554115"/>
              <a:gd name="connsiteY2-6" fmla="*/ 2423897 h 2423897"/>
              <a:gd name="connsiteX3-7" fmla="*/ 0 w 554115"/>
              <a:gd name="connsiteY3-8" fmla="*/ 1623154 h 2423897"/>
              <a:gd name="connsiteX0-9" fmla="*/ 0 w 696358"/>
              <a:gd name="connsiteY0-10" fmla="*/ 2495406 h 2495406"/>
              <a:gd name="connsiteX1-11" fmla="*/ 287435 w 696358"/>
              <a:gd name="connsiteY1-12" fmla="*/ 0 h 2495406"/>
              <a:gd name="connsiteX2-13" fmla="*/ 696358 w 696358"/>
              <a:gd name="connsiteY2-14" fmla="*/ 2423897 h 2495406"/>
              <a:gd name="connsiteX3-15" fmla="*/ 0 w 696358"/>
              <a:gd name="connsiteY3-16" fmla="*/ 2495406 h 2495406"/>
              <a:gd name="connsiteX0-17" fmla="*/ 0 w 696358"/>
              <a:gd name="connsiteY0-18" fmla="*/ 2223416 h 2223416"/>
              <a:gd name="connsiteX1-19" fmla="*/ 272100 w 696358"/>
              <a:gd name="connsiteY1-20" fmla="*/ 0 h 2223416"/>
              <a:gd name="connsiteX2-21" fmla="*/ 696358 w 696358"/>
              <a:gd name="connsiteY2-22" fmla="*/ 2151907 h 2223416"/>
              <a:gd name="connsiteX3-23" fmla="*/ 0 w 696358"/>
              <a:gd name="connsiteY3-24" fmla="*/ 2223416 h 2223416"/>
              <a:gd name="connsiteX0-25" fmla="*/ 5271 w 701629"/>
              <a:gd name="connsiteY0-26" fmla="*/ 2223416 h 2223416"/>
              <a:gd name="connsiteX1-27" fmla="*/ 277371 w 701629"/>
              <a:gd name="connsiteY1-28" fmla="*/ 0 h 2223416"/>
              <a:gd name="connsiteX2-29" fmla="*/ 701629 w 701629"/>
              <a:gd name="connsiteY2-30" fmla="*/ 2151907 h 2223416"/>
              <a:gd name="connsiteX3-31" fmla="*/ 5271 w 701629"/>
              <a:gd name="connsiteY3-32" fmla="*/ 2223416 h 2223416"/>
              <a:gd name="connsiteX0-33" fmla="*/ 5271 w 701629"/>
              <a:gd name="connsiteY0-34" fmla="*/ 2223416 h 2495503"/>
              <a:gd name="connsiteX1-35" fmla="*/ 277371 w 701629"/>
              <a:gd name="connsiteY1-36" fmla="*/ 0 h 2495503"/>
              <a:gd name="connsiteX2-37" fmla="*/ 701629 w 701629"/>
              <a:gd name="connsiteY2-38" fmla="*/ 2151907 h 2495503"/>
              <a:gd name="connsiteX3-39" fmla="*/ 5271 w 701629"/>
              <a:gd name="connsiteY3-40" fmla="*/ 2223416 h 2495503"/>
              <a:gd name="connsiteX0-41" fmla="*/ 5271 w 564476"/>
              <a:gd name="connsiteY0-42" fmla="*/ 2223416 h 2609599"/>
              <a:gd name="connsiteX1-43" fmla="*/ 277371 w 564476"/>
              <a:gd name="connsiteY1-44" fmla="*/ 0 h 2609599"/>
              <a:gd name="connsiteX2-45" fmla="*/ 564476 w 564476"/>
              <a:gd name="connsiteY2-46" fmla="*/ 2496083 h 2609599"/>
              <a:gd name="connsiteX3-47" fmla="*/ 5271 w 564476"/>
              <a:gd name="connsiteY3-48" fmla="*/ 2223416 h 2609599"/>
              <a:gd name="connsiteX0-49" fmla="*/ 5271 w 387336"/>
              <a:gd name="connsiteY0-50" fmla="*/ 2223416 h 2547200"/>
              <a:gd name="connsiteX1-51" fmla="*/ 277371 w 387336"/>
              <a:gd name="connsiteY1-52" fmla="*/ 0 h 2547200"/>
              <a:gd name="connsiteX2-53" fmla="*/ 387336 w 387336"/>
              <a:gd name="connsiteY2-54" fmla="*/ 2336659 h 2547200"/>
              <a:gd name="connsiteX3-55" fmla="*/ 5271 w 387336"/>
              <a:gd name="connsiteY3-56" fmla="*/ 2223416 h 2547200"/>
              <a:gd name="connsiteX0-57" fmla="*/ 4724 w 416585"/>
              <a:gd name="connsiteY0-58" fmla="*/ 2266767 h 2576790"/>
              <a:gd name="connsiteX1-59" fmla="*/ 306620 w 416585"/>
              <a:gd name="connsiteY1-60" fmla="*/ 0 h 2576790"/>
              <a:gd name="connsiteX2-61" fmla="*/ 416585 w 416585"/>
              <a:gd name="connsiteY2-62" fmla="*/ 2336659 h 2576790"/>
              <a:gd name="connsiteX3-63" fmla="*/ 4724 w 416585"/>
              <a:gd name="connsiteY3-64" fmla="*/ 2266767 h 2576790"/>
              <a:gd name="connsiteX0-65" fmla="*/ 4724 w 416585"/>
              <a:gd name="connsiteY0-66" fmla="*/ 2266767 h 2620125"/>
              <a:gd name="connsiteX1-67" fmla="*/ 306620 w 416585"/>
              <a:gd name="connsiteY1-68" fmla="*/ 0 h 2620125"/>
              <a:gd name="connsiteX2-69" fmla="*/ 416585 w 416585"/>
              <a:gd name="connsiteY2-70" fmla="*/ 2336659 h 2620125"/>
              <a:gd name="connsiteX3-71" fmla="*/ 4724 w 416585"/>
              <a:gd name="connsiteY3-72" fmla="*/ 2266767 h 262012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416585" h="2620125">
                <a:moveTo>
                  <a:pt x="4724" y="2266767"/>
                </a:moveTo>
                <a:cubicBezTo>
                  <a:pt x="-37600" y="1477099"/>
                  <a:pt x="215920" y="741139"/>
                  <a:pt x="306620" y="0"/>
                </a:cubicBezTo>
                <a:lnTo>
                  <a:pt x="416585" y="2336659"/>
                </a:lnTo>
                <a:cubicBezTo>
                  <a:pt x="327450" y="2516325"/>
                  <a:pt x="366164" y="2907341"/>
                  <a:pt x="4724" y="2266767"/>
                </a:cubicBezTo>
                <a:close/>
              </a:path>
            </a:pathLst>
          </a:custGeom>
          <a:gradFill>
            <a:gsLst>
              <a:gs pos="0">
                <a:schemeClr val="tx1">
                  <a:alpha val="8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</a:gradFill>
          <a:ln w="28575">
            <a:noFill/>
          </a:ln>
          <a:effectLst>
            <a:glow>
              <a:schemeClr val="tx1">
                <a:alpha val="2000"/>
              </a:schemeClr>
            </a:glow>
            <a:outerShdw blurRad="406400" dist="50800" dir="5400000" algn="ctr" rotWithShape="0">
              <a:srgbClr val="000000">
                <a:alpha val="43137"/>
              </a:srgbClr>
            </a:outerShdw>
            <a:softEdge rad="254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algn="ctr"/>
            <a:endParaRPr lang="en-US" sz="160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pic>
        <p:nvPicPr>
          <p:cNvPr id="12" name="图片 11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693" t="52925"/>
          <a:stretch>
            <a:fillRect/>
          </a:stretch>
        </p:blipFill>
        <p:spPr>
          <a:xfrm>
            <a:off x="9985001" y="3981423"/>
            <a:ext cx="2206086" cy="2876577"/>
          </a:xfrm>
          <a:custGeom>
            <a:avLst/>
            <a:gdLst>
              <a:gd name="connsiteX0" fmla="*/ 2475424 w 2475424"/>
              <a:gd name="connsiteY0" fmla="*/ 0 h 3227774"/>
              <a:gd name="connsiteX1" fmla="*/ 2475424 w 2475424"/>
              <a:gd name="connsiteY1" fmla="*/ 3227774 h 3227774"/>
              <a:gd name="connsiteX2" fmla="*/ 0 w 2475424"/>
              <a:gd name="connsiteY2" fmla="*/ 3227774 h 3227774"/>
              <a:gd name="connsiteX3" fmla="*/ 130248 w 2475424"/>
              <a:gd name="connsiteY3" fmla="*/ 3220104 h 3227774"/>
              <a:gd name="connsiteX4" fmla="*/ 299163 w 2475424"/>
              <a:gd name="connsiteY4" fmla="*/ 1869687 h 3227774"/>
              <a:gd name="connsiteX5" fmla="*/ 2438452 w 2475424"/>
              <a:gd name="connsiteY5" fmla="*/ 179447 h 32277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475424" h="3227774">
                <a:moveTo>
                  <a:pt x="2475424" y="0"/>
                </a:moveTo>
                <a:lnTo>
                  <a:pt x="2475424" y="3227774"/>
                </a:lnTo>
                <a:lnTo>
                  <a:pt x="0" y="3227774"/>
                </a:lnTo>
                <a:lnTo>
                  <a:pt x="130248" y="3220104"/>
                </a:lnTo>
                <a:cubicBezTo>
                  <a:pt x="961732" y="3145615"/>
                  <a:pt x="1023033" y="2778241"/>
                  <a:pt x="299163" y="1869687"/>
                </a:cubicBezTo>
                <a:cubicBezTo>
                  <a:pt x="1106497" y="1359631"/>
                  <a:pt x="2186576" y="1062514"/>
                  <a:pt x="2438452" y="179447"/>
                </a:cubicBezTo>
                <a:close/>
              </a:path>
            </a:pathLst>
          </a:custGeom>
          <a:effectLst/>
        </p:spPr>
      </p:pic>
      <p:sp>
        <p:nvSpPr>
          <p:cNvPr id="13" name="等腰三角形 15"/>
          <p:cNvSpPr/>
          <p:nvPr>
            <p:custDataLst>
              <p:tags r:id="rId4"/>
            </p:custDataLst>
          </p:nvPr>
        </p:nvSpPr>
        <p:spPr>
          <a:xfrm rot="3018227">
            <a:off x="977129" y="580746"/>
            <a:ext cx="371259" cy="2335043"/>
          </a:xfrm>
          <a:custGeom>
            <a:avLst/>
            <a:gdLst>
              <a:gd name="connsiteX0" fmla="*/ 0 w 290384"/>
              <a:gd name="connsiteY0" fmla="*/ 1623154 h 1623154"/>
              <a:gd name="connsiteX1" fmla="*/ 145192 w 290384"/>
              <a:gd name="connsiteY1" fmla="*/ 0 h 1623154"/>
              <a:gd name="connsiteX2" fmla="*/ 290384 w 290384"/>
              <a:gd name="connsiteY2" fmla="*/ 1623154 h 1623154"/>
              <a:gd name="connsiteX3" fmla="*/ 0 w 290384"/>
              <a:gd name="connsiteY3" fmla="*/ 1623154 h 1623154"/>
              <a:gd name="connsiteX0-1" fmla="*/ 0 w 554115"/>
              <a:gd name="connsiteY0-2" fmla="*/ 1623154 h 2423897"/>
              <a:gd name="connsiteX1-3" fmla="*/ 145192 w 554115"/>
              <a:gd name="connsiteY1-4" fmla="*/ 0 h 2423897"/>
              <a:gd name="connsiteX2-5" fmla="*/ 554115 w 554115"/>
              <a:gd name="connsiteY2-6" fmla="*/ 2423897 h 2423897"/>
              <a:gd name="connsiteX3-7" fmla="*/ 0 w 554115"/>
              <a:gd name="connsiteY3-8" fmla="*/ 1623154 h 2423897"/>
              <a:gd name="connsiteX0-9" fmla="*/ 0 w 696358"/>
              <a:gd name="connsiteY0-10" fmla="*/ 2495406 h 2495406"/>
              <a:gd name="connsiteX1-11" fmla="*/ 287435 w 696358"/>
              <a:gd name="connsiteY1-12" fmla="*/ 0 h 2495406"/>
              <a:gd name="connsiteX2-13" fmla="*/ 696358 w 696358"/>
              <a:gd name="connsiteY2-14" fmla="*/ 2423897 h 2495406"/>
              <a:gd name="connsiteX3-15" fmla="*/ 0 w 696358"/>
              <a:gd name="connsiteY3-16" fmla="*/ 2495406 h 2495406"/>
              <a:gd name="connsiteX0-17" fmla="*/ 0 w 696358"/>
              <a:gd name="connsiteY0-18" fmla="*/ 2223416 h 2223416"/>
              <a:gd name="connsiteX1-19" fmla="*/ 272100 w 696358"/>
              <a:gd name="connsiteY1-20" fmla="*/ 0 h 2223416"/>
              <a:gd name="connsiteX2-21" fmla="*/ 696358 w 696358"/>
              <a:gd name="connsiteY2-22" fmla="*/ 2151907 h 2223416"/>
              <a:gd name="connsiteX3-23" fmla="*/ 0 w 696358"/>
              <a:gd name="connsiteY3-24" fmla="*/ 2223416 h 2223416"/>
              <a:gd name="connsiteX0-25" fmla="*/ 5271 w 701629"/>
              <a:gd name="connsiteY0-26" fmla="*/ 2223416 h 2223416"/>
              <a:gd name="connsiteX1-27" fmla="*/ 277371 w 701629"/>
              <a:gd name="connsiteY1-28" fmla="*/ 0 h 2223416"/>
              <a:gd name="connsiteX2-29" fmla="*/ 701629 w 701629"/>
              <a:gd name="connsiteY2-30" fmla="*/ 2151907 h 2223416"/>
              <a:gd name="connsiteX3-31" fmla="*/ 5271 w 701629"/>
              <a:gd name="connsiteY3-32" fmla="*/ 2223416 h 2223416"/>
              <a:gd name="connsiteX0-33" fmla="*/ 5271 w 701629"/>
              <a:gd name="connsiteY0-34" fmla="*/ 2223416 h 2495503"/>
              <a:gd name="connsiteX1-35" fmla="*/ 277371 w 701629"/>
              <a:gd name="connsiteY1-36" fmla="*/ 0 h 2495503"/>
              <a:gd name="connsiteX2-37" fmla="*/ 701629 w 701629"/>
              <a:gd name="connsiteY2-38" fmla="*/ 2151907 h 2495503"/>
              <a:gd name="connsiteX3-39" fmla="*/ 5271 w 701629"/>
              <a:gd name="connsiteY3-40" fmla="*/ 2223416 h 2495503"/>
              <a:gd name="connsiteX0-41" fmla="*/ 5271 w 564476"/>
              <a:gd name="connsiteY0-42" fmla="*/ 2223416 h 2609599"/>
              <a:gd name="connsiteX1-43" fmla="*/ 277371 w 564476"/>
              <a:gd name="connsiteY1-44" fmla="*/ 0 h 2609599"/>
              <a:gd name="connsiteX2-45" fmla="*/ 564476 w 564476"/>
              <a:gd name="connsiteY2-46" fmla="*/ 2496083 h 2609599"/>
              <a:gd name="connsiteX3-47" fmla="*/ 5271 w 564476"/>
              <a:gd name="connsiteY3-48" fmla="*/ 2223416 h 2609599"/>
              <a:gd name="connsiteX0-49" fmla="*/ 5271 w 387336"/>
              <a:gd name="connsiteY0-50" fmla="*/ 2223416 h 2547200"/>
              <a:gd name="connsiteX1-51" fmla="*/ 277371 w 387336"/>
              <a:gd name="connsiteY1-52" fmla="*/ 0 h 2547200"/>
              <a:gd name="connsiteX2-53" fmla="*/ 387336 w 387336"/>
              <a:gd name="connsiteY2-54" fmla="*/ 2336659 h 2547200"/>
              <a:gd name="connsiteX3-55" fmla="*/ 5271 w 387336"/>
              <a:gd name="connsiteY3-56" fmla="*/ 2223416 h 2547200"/>
              <a:gd name="connsiteX0-57" fmla="*/ 4724 w 416585"/>
              <a:gd name="connsiteY0-58" fmla="*/ 2266767 h 2576790"/>
              <a:gd name="connsiteX1-59" fmla="*/ 306620 w 416585"/>
              <a:gd name="connsiteY1-60" fmla="*/ 0 h 2576790"/>
              <a:gd name="connsiteX2-61" fmla="*/ 416585 w 416585"/>
              <a:gd name="connsiteY2-62" fmla="*/ 2336659 h 2576790"/>
              <a:gd name="connsiteX3-63" fmla="*/ 4724 w 416585"/>
              <a:gd name="connsiteY3-64" fmla="*/ 2266767 h 2576790"/>
              <a:gd name="connsiteX0-65" fmla="*/ 4724 w 416585"/>
              <a:gd name="connsiteY0-66" fmla="*/ 2266767 h 2620125"/>
              <a:gd name="connsiteX1-67" fmla="*/ 306620 w 416585"/>
              <a:gd name="connsiteY1-68" fmla="*/ 0 h 2620125"/>
              <a:gd name="connsiteX2-69" fmla="*/ 416585 w 416585"/>
              <a:gd name="connsiteY2-70" fmla="*/ 2336659 h 2620125"/>
              <a:gd name="connsiteX3-71" fmla="*/ 4724 w 416585"/>
              <a:gd name="connsiteY3-72" fmla="*/ 2266767 h 262012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416585" h="2620125">
                <a:moveTo>
                  <a:pt x="4724" y="2266767"/>
                </a:moveTo>
                <a:cubicBezTo>
                  <a:pt x="-37600" y="1477099"/>
                  <a:pt x="215920" y="741139"/>
                  <a:pt x="306620" y="0"/>
                </a:cubicBezTo>
                <a:lnTo>
                  <a:pt x="416585" y="2336659"/>
                </a:lnTo>
                <a:cubicBezTo>
                  <a:pt x="327450" y="2516325"/>
                  <a:pt x="366164" y="2907341"/>
                  <a:pt x="4724" y="2266767"/>
                </a:cubicBezTo>
                <a:close/>
              </a:path>
            </a:pathLst>
          </a:custGeom>
          <a:gradFill>
            <a:gsLst>
              <a:gs pos="0">
                <a:schemeClr val="tx1">
                  <a:alpha val="8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</a:gradFill>
          <a:ln w="28575">
            <a:noFill/>
          </a:ln>
          <a:effectLst>
            <a:glow>
              <a:schemeClr val="tx1">
                <a:alpha val="2000"/>
              </a:schemeClr>
            </a:glow>
            <a:outerShdw blurRad="406400" dist="50800" dir="5400000" algn="ctr" rotWithShape="0">
              <a:srgbClr val="000000">
                <a:alpha val="43137"/>
              </a:srgbClr>
            </a:outerShdw>
            <a:softEdge rad="254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algn="ctr"/>
            <a:endParaRPr lang="en-US" sz="160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pic>
        <p:nvPicPr>
          <p:cNvPr id="14" name="图片 13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693" t="52925"/>
          <a:stretch>
            <a:fillRect/>
          </a:stretch>
        </p:blipFill>
        <p:spPr>
          <a:xfrm rot="10800000">
            <a:off x="1317" y="4445"/>
            <a:ext cx="2206086" cy="2876577"/>
          </a:xfrm>
          <a:custGeom>
            <a:avLst/>
            <a:gdLst>
              <a:gd name="connsiteX0" fmla="*/ 2475424 w 2475424"/>
              <a:gd name="connsiteY0" fmla="*/ 0 h 3227774"/>
              <a:gd name="connsiteX1" fmla="*/ 2475424 w 2475424"/>
              <a:gd name="connsiteY1" fmla="*/ 3227774 h 3227774"/>
              <a:gd name="connsiteX2" fmla="*/ 0 w 2475424"/>
              <a:gd name="connsiteY2" fmla="*/ 3227774 h 3227774"/>
              <a:gd name="connsiteX3" fmla="*/ 130248 w 2475424"/>
              <a:gd name="connsiteY3" fmla="*/ 3220104 h 3227774"/>
              <a:gd name="connsiteX4" fmla="*/ 299163 w 2475424"/>
              <a:gd name="connsiteY4" fmla="*/ 1869687 h 3227774"/>
              <a:gd name="connsiteX5" fmla="*/ 2438452 w 2475424"/>
              <a:gd name="connsiteY5" fmla="*/ 179447 h 32277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475424" h="3227774">
                <a:moveTo>
                  <a:pt x="2475424" y="0"/>
                </a:moveTo>
                <a:lnTo>
                  <a:pt x="2475424" y="3227774"/>
                </a:lnTo>
                <a:lnTo>
                  <a:pt x="0" y="3227774"/>
                </a:lnTo>
                <a:lnTo>
                  <a:pt x="130248" y="3220104"/>
                </a:lnTo>
                <a:cubicBezTo>
                  <a:pt x="961732" y="3145615"/>
                  <a:pt x="1023033" y="2778241"/>
                  <a:pt x="299163" y="1869687"/>
                </a:cubicBezTo>
                <a:cubicBezTo>
                  <a:pt x="1106497" y="1359631"/>
                  <a:pt x="2186576" y="1062514"/>
                  <a:pt x="2438452" y="179447"/>
                </a:cubicBezTo>
                <a:close/>
              </a:path>
            </a:pathLst>
          </a:custGeom>
          <a:effectLst/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6"/>
            </p:custDataLst>
          </p:nvPr>
        </p:nvSpPr>
        <p:spPr>
          <a:xfrm>
            <a:off x="696000" y="3274695"/>
            <a:ext cx="10800000" cy="2646680"/>
          </a:xfrm>
        </p:spPr>
        <p:txBody>
          <a:bodyPr wrap="square" anchor="t" anchorCtr="0">
            <a:normAutofit/>
          </a:bodyPr>
          <a:lstStyle>
            <a:lvl1pPr algn="ctr">
              <a:defRPr sz="6000">
                <a:gradFill>
                  <a:gsLst>
                    <a:gs pos="0">
                      <a:schemeClr val="accent2">
                        <a:lumMod val="70000"/>
                        <a:lumOff val="30000"/>
                      </a:schemeClr>
                    </a:gs>
                    <a:gs pos="35000">
                      <a:schemeClr val="accent2"/>
                    </a:gs>
                    <a:gs pos="100000">
                      <a:schemeClr val="accent1"/>
                    </a:gs>
                  </a:gsLst>
                  <a:lin ang="3000000" scaled="0"/>
                </a:gradFill>
                <a:latin typeface="+mj-lt"/>
                <a:sym typeface="Arial" panose="020B0604020202020204" pitchFamily="34" charset="0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  <a:t>‹#›</a:t>
            </a:fld>
            <a:endParaRPr 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3" hasCustomPrompt="1"/>
            <p:custDataLst>
              <p:tags r:id="rId10"/>
            </p:custDataLst>
          </p:nvPr>
        </p:nvSpPr>
        <p:spPr>
          <a:xfrm>
            <a:off x="1524000" y="307340"/>
            <a:ext cx="9144000" cy="2759710"/>
          </a:xfrm>
        </p:spPr>
        <p:txBody>
          <a:bodyPr wrap="none" anchor="b" anchorCtr="0">
            <a:normAutofit/>
          </a:bodyPr>
          <a:lstStyle>
            <a:lvl1pPr marL="0" indent="0" algn="ctr">
              <a:buNone/>
              <a:defRPr sz="5000">
                <a:gradFill>
                  <a:gsLst>
                    <a:gs pos="0">
                      <a:schemeClr val="accent2">
                        <a:lumMod val="70000"/>
                        <a:lumOff val="30000"/>
                      </a:schemeClr>
                    </a:gs>
                    <a:gs pos="35000">
                      <a:schemeClr val="accent2"/>
                    </a:gs>
                    <a:gs pos="100000">
                      <a:schemeClr val="accent1"/>
                    </a:gs>
                  </a:gsLst>
                  <a:lin ang="3000000" scaled="0"/>
                </a:gradFill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/>
        <p:txBody>
          <a:bodyPr vert="horz" wrap="square" lIns="0" tIns="0" rIns="0" bIns="0" rtlCol="0" anchor="ctr">
            <a:normAutofit/>
          </a:bodyPr>
          <a:lstStyle>
            <a:lvl1pPr>
              <a:defRPr lang="en-US" dirty="0">
                <a:latin typeface="+mj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  <p:custDataLst>
              <p:tags r:id="rId2"/>
            </p:custDataLst>
          </p:nvPr>
        </p:nvSpPr>
        <p:spPr>
          <a:xfrm>
            <a:off x="695960" y="1301750"/>
            <a:ext cx="5323840" cy="4875850"/>
          </a:xfrm>
        </p:spPr>
        <p:txBody>
          <a:bodyPr wrap="square">
            <a:normAutofit/>
          </a:bodyPr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  <p:custDataLst>
              <p:tags r:id="rId3"/>
            </p:custDataLst>
          </p:nvPr>
        </p:nvSpPr>
        <p:spPr>
          <a:xfrm>
            <a:off x="6172200" y="1301750"/>
            <a:ext cx="5323840" cy="4875850"/>
          </a:xfrm>
        </p:spPr>
        <p:txBody>
          <a:bodyPr wrap="square">
            <a:normAutofit/>
          </a:bodyPr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695960" y="360045"/>
            <a:ext cx="10800715" cy="864235"/>
          </a:xfrm>
        </p:spPr>
        <p:txBody>
          <a:bodyPr vert="horz" wrap="square" lIns="0" tIns="0" rIns="0" bIns="0" rtlCol="0" anchor="ctr">
            <a:normAutofit/>
          </a:bodyPr>
          <a:lstStyle>
            <a:lvl1pPr>
              <a:defRPr lang="en-US" dirty="0">
                <a:latin typeface="+mj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9596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>
                <a:latin typeface="+mj-lt"/>
                <a:sym typeface="Arial" panose="020B0604020202020204" pitchFamily="34" charset="0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pPr lvl="0"/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  <p:custDataLst>
              <p:tags r:id="rId3"/>
            </p:custDataLst>
          </p:nvPr>
        </p:nvSpPr>
        <p:spPr>
          <a:xfrm>
            <a:off x="695960" y="1875099"/>
            <a:ext cx="5323840" cy="4300276"/>
          </a:xfrm>
        </p:spPr>
        <p:txBody>
          <a:bodyPr wrap="square">
            <a:normAutofit/>
          </a:bodyPr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617220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>
                <a:latin typeface="+mj-lt"/>
                <a:sym typeface="Arial" panose="020B0604020202020204" pitchFamily="34" charset="0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pPr lvl="0"/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  <p:custDataLst>
              <p:tags r:id="rId5"/>
            </p:custDataLst>
          </p:nvPr>
        </p:nvSpPr>
        <p:spPr>
          <a:xfrm>
            <a:off x="6172200" y="1875099"/>
            <a:ext cx="5323840" cy="4300276"/>
          </a:xfrm>
        </p:spPr>
        <p:txBody>
          <a:bodyPr wrap="square">
            <a:normAutofit/>
          </a:bodyPr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j-lt"/>
                <a:sym typeface="Arial" panose="020B0604020202020204" pitchFamily="34" charset="0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 hasCustomPrompt="1"/>
            <p:custDataLst>
              <p:tags r:id="rId1"/>
            </p:custDataLst>
          </p:nvPr>
        </p:nvSpPr>
        <p:spPr>
          <a:xfrm>
            <a:off x="695960" y="360045"/>
            <a:ext cx="10801985" cy="5817870"/>
          </a:xfrm>
        </p:spPr>
        <p:txBody>
          <a:bodyPr wrap="square">
            <a:normAutofit/>
          </a:bodyPr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695960" y="360045"/>
            <a:ext cx="10798810" cy="864235"/>
          </a:xfrm>
        </p:spPr>
        <p:txBody>
          <a:bodyPr wrap="square">
            <a:normAutofit/>
          </a:bodyPr>
          <a:lstStyle>
            <a:lvl1pPr>
              <a:defRPr>
                <a:latin typeface="+mj-lt"/>
                <a:sym typeface="Arial" panose="020B0604020202020204" pitchFamily="34" charset="0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95960" y="1301750"/>
            <a:ext cx="10799088" cy="405553"/>
          </a:xfrm>
        </p:spPr>
        <p:txBody>
          <a:bodyPr wrap="square" anchor="t">
            <a:normAutofit/>
          </a:bodyPr>
          <a:lstStyle>
            <a:lvl1pPr marL="0" indent="0">
              <a:buNone/>
              <a:defRPr sz="2400" b="0">
                <a:latin typeface="+mj-lt"/>
                <a:sym typeface="Arial" panose="020B0604020202020204" pitchFamily="34" charset="0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>
            <p:custDataLst>
              <p:tags r:id="rId1"/>
            </p:custDataLst>
          </p:nvPr>
        </p:nvSpPr>
        <p:spPr>
          <a:xfrm>
            <a:off x="0" y="-6350"/>
            <a:ext cx="12192000" cy="6864349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algn="ctr"/>
            <a:endParaRPr lang="en-US" sz="160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2" name="等腰三角形 15"/>
          <p:cNvSpPr/>
          <p:nvPr>
            <p:custDataLst>
              <p:tags r:id="rId2"/>
            </p:custDataLst>
          </p:nvPr>
        </p:nvSpPr>
        <p:spPr>
          <a:xfrm rot="13818227">
            <a:off x="10679324" y="3597564"/>
            <a:ext cx="416585" cy="2620125"/>
          </a:xfrm>
          <a:custGeom>
            <a:avLst/>
            <a:gdLst>
              <a:gd name="connsiteX0" fmla="*/ 0 w 290384"/>
              <a:gd name="connsiteY0" fmla="*/ 1623154 h 1623154"/>
              <a:gd name="connsiteX1" fmla="*/ 145192 w 290384"/>
              <a:gd name="connsiteY1" fmla="*/ 0 h 1623154"/>
              <a:gd name="connsiteX2" fmla="*/ 290384 w 290384"/>
              <a:gd name="connsiteY2" fmla="*/ 1623154 h 1623154"/>
              <a:gd name="connsiteX3" fmla="*/ 0 w 290384"/>
              <a:gd name="connsiteY3" fmla="*/ 1623154 h 1623154"/>
              <a:gd name="connsiteX0-1" fmla="*/ 0 w 554115"/>
              <a:gd name="connsiteY0-2" fmla="*/ 1623154 h 2423897"/>
              <a:gd name="connsiteX1-3" fmla="*/ 145192 w 554115"/>
              <a:gd name="connsiteY1-4" fmla="*/ 0 h 2423897"/>
              <a:gd name="connsiteX2-5" fmla="*/ 554115 w 554115"/>
              <a:gd name="connsiteY2-6" fmla="*/ 2423897 h 2423897"/>
              <a:gd name="connsiteX3-7" fmla="*/ 0 w 554115"/>
              <a:gd name="connsiteY3-8" fmla="*/ 1623154 h 2423897"/>
              <a:gd name="connsiteX0-9" fmla="*/ 0 w 696358"/>
              <a:gd name="connsiteY0-10" fmla="*/ 2495406 h 2495406"/>
              <a:gd name="connsiteX1-11" fmla="*/ 287435 w 696358"/>
              <a:gd name="connsiteY1-12" fmla="*/ 0 h 2495406"/>
              <a:gd name="connsiteX2-13" fmla="*/ 696358 w 696358"/>
              <a:gd name="connsiteY2-14" fmla="*/ 2423897 h 2495406"/>
              <a:gd name="connsiteX3-15" fmla="*/ 0 w 696358"/>
              <a:gd name="connsiteY3-16" fmla="*/ 2495406 h 2495406"/>
              <a:gd name="connsiteX0-17" fmla="*/ 0 w 696358"/>
              <a:gd name="connsiteY0-18" fmla="*/ 2223416 h 2223416"/>
              <a:gd name="connsiteX1-19" fmla="*/ 272100 w 696358"/>
              <a:gd name="connsiteY1-20" fmla="*/ 0 h 2223416"/>
              <a:gd name="connsiteX2-21" fmla="*/ 696358 w 696358"/>
              <a:gd name="connsiteY2-22" fmla="*/ 2151907 h 2223416"/>
              <a:gd name="connsiteX3-23" fmla="*/ 0 w 696358"/>
              <a:gd name="connsiteY3-24" fmla="*/ 2223416 h 2223416"/>
              <a:gd name="connsiteX0-25" fmla="*/ 5271 w 701629"/>
              <a:gd name="connsiteY0-26" fmla="*/ 2223416 h 2223416"/>
              <a:gd name="connsiteX1-27" fmla="*/ 277371 w 701629"/>
              <a:gd name="connsiteY1-28" fmla="*/ 0 h 2223416"/>
              <a:gd name="connsiteX2-29" fmla="*/ 701629 w 701629"/>
              <a:gd name="connsiteY2-30" fmla="*/ 2151907 h 2223416"/>
              <a:gd name="connsiteX3-31" fmla="*/ 5271 w 701629"/>
              <a:gd name="connsiteY3-32" fmla="*/ 2223416 h 2223416"/>
              <a:gd name="connsiteX0-33" fmla="*/ 5271 w 701629"/>
              <a:gd name="connsiteY0-34" fmla="*/ 2223416 h 2495503"/>
              <a:gd name="connsiteX1-35" fmla="*/ 277371 w 701629"/>
              <a:gd name="connsiteY1-36" fmla="*/ 0 h 2495503"/>
              <a:gd name="connsiteX2-37" fmla="*/ 701629 w 701629"/>
              <a:gd name="connsiteY2-38" fmla="*/ 2151907 h 2495503"/>
              <a:gd name="connsiteX3-39" fmla="*/ 5271 w 701629"/>
              <a:gd name="connsiteY3-40" fmla="*/ 2223416 h 2495503"/>
              <a:gd name="connsiteX0-41" fmla="*/ 5271 w 564476"/>
              <a:gd name="connsiteY0-42" fmla="*/ 2223416 h 2609599"/>
              <a:gd name="connsiteX1-43" fmla="*/ 277371 w 564476"/>
              <a:gd name="connsiteY1-44" fmla="*/ 0 h 2609599"/>
              <a:gd name="connsiteX2-45" fmla="*/ 564476 w 564476"/>
              <a:gd name="connsiteY2-46" fmla="*/ 2496083 h 2609599"/>
              <a:gd name="connsiteX3-47" fmla="*/ 5271 w 564476"/>
              <a:gd name="connsiteY3-48" fmla="*/ 2223416 h 2609599"/>
              <a:gd name="connsiteX0-49" fmla="*/ 5271 w 387336"/>
              <a:gd name="connsiteY0-50" fmla="*/ 2223416 h 2547200"/>
              <a:gd name="connsiteX1-51" fmla="*/ 277371 w 387336"/>
              <a:gd name="connsiteY1-52" fmla="*/ 0 h 2547200"/>
              <a:gd name="connsiteX2-53" fmla="*/ 387336 w 387336"/>
              <a:gd name="connsiteY2-54" fmla="*/ 2336659 h 2547200"/>
              <a:gd name="connsiteX3-55" fmla="*/ 5271 w 387336"/>
              <a:gd name="connsiteY3-56" fmla="*/ 2223416 h 2547200"/>
              <a:gd name="connsiteX0-57" fmla="*/ 4724 w 416585"/>
              <a:gd name="connsiteY0-58" fmla="*/ 2266767 h 2576790"/>
              <a:gd name="connsiteX1-59" fmla="*/ 306620 w 416585"/>
              <a:gd name="connsiteY1-60" fmla="*/ 0 h 2576790"/>
              <a:gd name="connsiteX2-61" fmla="*/ 416585 w 416585"/>
              <a:gd name="connsiteY2-62" fmla="*/ 2336659 h 2576790"/>
              <a:gd name="connsiteX3-63" fmla="*/ 4724 w 416585"/>
              <a:gd name="connsiteY3-64" fmla="*/ 2266767 h 2576790"/>
              <a:gd name="connsiteX0-65" fmla="*/ 4724 w 416585"/>
              <a:gd name="connsiteY0-66" fmla="*/ 2266767 h 2620125"/>
              <a:gd name="connsiteX1-67" fmla="*/ 306620 w 416585"/>
              <a:gd name="connsiteY1-68" fmla="*/ 0 h 2620125"/>
              <a:gd name="connsiteX2-69" fmla="*/ 416585 w 416585"/>
              <a:gd name="connsiteY2-70" fmla="*/ 2336659 h 2620125"/>
              <a:gd name="connsiteX3-71" fmla="*/ 4724 w 416585"/>
              <a:gd name="connsiteY3-72" fmla="*/ 2266767 h 262012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416585" h="2620125">
                <a:moveTo>
                  <a:pt x="4724" y="2266767"/>
                </a:moveTo>
                <a:cubicBezTo>
                  <a:pt x="-37600" y="1477099"/>
                  <a:pt x="215920" y="741139"/>
                  <a:pt x="306620" y="0"/>
                </a:cubicBezTo>
                <a:lnTo>
                  <a:pt x="416585" y="2336659"/>
                </a:lnTo>
                <a:cubicBezTo>
                  <a:pt x="327450" y="2516325"/>
                  <a:pt x="366164" y="2907341"/>
                  <a:pt x="4724" y="2266767"/>
                </a:cubicBezTo>
                <a:close/>
              </a:path>
            </a:pathLst>
          </a:custGeom>
          <a:gradFill>
            <a:gsLst>
              <a:gs pos="0">
                <a:schemeClr val="tx1">
                  <a:alpha val="8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</a:gradFill>
          <a:ln w="28575">
            <a:noFill/>
          </a:ln>
          <a:effectLst>
            <a:glow>
              <a:schemeClr val="tx1">
                <a:alpha val="2000"/>
              </a:schemeClr>
            </a:glow>
            <a:outerShdw blurRad="406400" dist="50800" dir="5400000" algn="ctr" rotWithShape="0">
              <a:srgbClr val="000000">
                <a:alpha val="43137"/>
              </a:srgbClr>
            </a:outerShdw>
            <a:softEdge rad="254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algn="ctr"/>
            <a:endParaRPr lang="en-US" sz="160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pic>
        <p:nvPicPr>
          <p:cNvPr id="13" name="图片 12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693" t="52925"/>
          <a:stretch>
            <a:fillRect/>
          </a:stretch>
        </p:blipFill>
        <p:spPr>
          <a:xfrm>
            <a:off x="9715433" y="3636576"/>
            <a:ext cx="2475424" cy="3227774"/>
          </a:xfrm>
          <a:custGeom>
            <a:avLst/>
            <a:gdLst>
              <a:gd name="connsiteX0" fmla="*/ 2475424 w 2475424"/>
              <a:gd name="connsiteY0" fmla="*/ 0 h 3227774"/>
              <a:gd name="connsiteX1" fmla="*/ 2475424 w 2475424"/>
              <a:gd name="connsiteY1" fmla="*/ 3227774 h 3227774"/>
              <a:gd name="connsiteX2" fmla="*/ 0 w 2475424"/>
              <a:gd name="connsiteY2" fmla="*/ 3227774 h 3227774"/>
              <a:gd name="connsiteX3" fmla="*/ 130248 w 2475424"/>
              <a:gd name="connsiteY3" fmla="*/ 3220104 h 3227774"/>
              <a:gd name="connsiteX4" fmla="*/ 299163 w 2475424"/>
              <a:gd name="connsiteY4" fmla="*/ 1869687 h 3227774"/>
              <a:gd name="connsiteX5" fmla="*/ 2438452 w 2475424"/>
              <a:gd name="connsiteY5" fmla="*/ 179447 h 32277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475424" h="3227774">
                <a:moveTo>
                  <a:pt x="2475424" y="0"/>
                </a:moveTo>
                <a:lnTo>
                  <a:pt x="2475424" y="3227774"/>
                </a:lnTo>
                <a:lnTo>
                  <a:pt x="0" y="3227774"/>
                </a:lnTo>
                <a:lnTo>
                  <a:pt x="130248" y="3220104"/>
                </a:lnTo>
                <a:cubicBezTo>
                  <a:pt x="961732" y="3145615"/>
                  <a:pt x="1023033" y="2778241"/>
                  <a:pt x="299163" y="1869687"/>
                </a:cubicBezTo>
                <a:cubicBezTo>
                  <a:pt x="1106497" y="1359631"/>
                  <a:pt x="2186576" y="1062514"/>
                  <a:pt x="2438452" y="179447"/>
                </a:cubicBezTo>
                <a:close/>
              </a:path>
            </a:pathLst>
          </a:custGeom>
          <a:effectLst/>
        </p:spPr>
      </p:pic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4"/>
            </p:custDataLst>
          </p:nvPr>
        </p:nvSpPr>
        <p:spPr>
          <a:xfrm>
            <a:off x="838835" y="212725"/>
            <a:ext cx="10514965" cy="2973070"/>
          </a:xfrm>
          <a:noFill/>
        </p:spPr>
        <p:txBody>
          <a:bodyPr vert="horz" wrap="square" lIns="0" tIns="0" rIns="0" bIns="0" rtlCol="0" anchor="b" anchorCtr="0">
            <a:normAutofit/>
          </a:bodyPr>
          <a:lstStyle>
            <a:lvl1pPr marL="0" marR="0" lvl="0" algn="l" defTabSz="1218565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6000" b="1" i="0" u="none" strike="noStrike" kern="1200" cap="none" spc="0" normalizeH="0" baseline="0" noProof="1" dirty="0">
                <a:gradFill flip="none" rotWithShape="1">
                  <a:gsLst>
                    <a:gs pos="0">
                      <a:schemeClr val="accent2">
                        <a:lumMod val="60000"/>
                        <a:lumOff val="40000"/>
                      </a:schemeClr>
                    </a:gs>
                    <a:gs pos="35000">
                      <a:schemeClr val="accent2"/>
                    </a:gs>
                    <a:gs pos="100000">
                      <a:schemeClr val="accent1"/>
                    </a:gs>
                  </a:gsLst>
                  <a:lin ang="3000000" scaled="0"/>
                  <a:tileRect/>
                </a:gradFill>
                <a:latin typeface="+mj-lt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Click to add title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3" hasCustomPrompt="1"/>
            <p:custDataLst>
              <p:tags r:id="rId8"/>
            </p:custDataLst>
          </p:nvPr>
        </p:nvSpPr>
        <p:spPr>
          <a:xfrm>
            <a:off x="892175" y="5288280"/>
            <a:ext cx="7315200" cy="894715"/>
          </a:xfrm>
        </p:spPr>
        <p:txBody>
          <a:bodyPr vert="horz" wrap="square" lIns="0" tIns="0" rIns="0" bIns="0" rtlCol="0" anchor="b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buClrTx/>
              <a:buSzTx/>
              <a:buFont typeface="Arial" panose="020B0604020202020204" pitchFamily="34" charset="0"/>
              <a:buNone/>
              <a:defRPr kumimoji="0" lang="en-US" sz="1800" b="1" i="0" u="none" strike="noStrike" kern="1200" cap="none" spc="0" normalizeH="0" baseline="0" noProof="1" dirty="0">
                <a:gradFill>
                  <a:gsLst>
                    <a:gs pos="0">
                      <a:schemeClr val="accent2">
                        <a:lumMod val="70000"/>
                        <a:lumOff val="30000"/>
                      </a:schemeClr>
                    </a:gs>
                    <a:gs pos="35000">
                      <a:schemeClr val="accent2"/>
                    </a:gs>
                    <a:gs pos="100000">
                      <a:schemeClr val="accent1"/>
                    </a:gs>
                  </a:gsLst>
                  <a:lin ang="3000000" scaled="0"/>
                </a:gradFill>
                <a:latin typeface="+mn-lt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Click to add text</a:t>
            </a:r>
          </a:p>
        </p:txBody>
      </p:sp>
      <p:sp>
        <p:nvSpPr>
          <p:cNvPr id="24" name="文本占位符 23"/>
          <p:cNvSpPr>
            <a:spLocks noGrp="1"/>
          </p:cNvSpPr>
          <p:nvPr>
            <p:ph type="body" sz="quarter" idx="17" hasCustomPrompt="1"/>
            <p:custDataLst>
              <p:tags r:id="rId9"/>
            </p:custDataLst>
          </p:nvPr>
        </p:nvSpPr>
        <p:spPr>
          <a:xfrm>
            <a:off x="1443990" y="3674110"/>
            <a:ext cx="9910445" cy="1203960"/>
          </a:xfrm>
        </p:spPr>
        <p:txBody>
          <a:bodyPr vert="horz" wrap="square" lIns="0" tIns="0" rIns="0" bIns="0" rtlCol="0" anchor="t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buClrTx/>
              <a:buSzTx/>
              <a:buFont typeface="Arial" panose="020B0604020202020204" pitchFamily="34" charset="0"/>
              <a:buNone/>
              <a:defRPr kumimoji="0" lang="en-US" sz="2000" b="1" i="0" u="none" strike="noStrike" kern="1200" cap="none" spc="0" normalizeH="0" baseline="0" noProof="1" dirty="0">
                <a:gradFill>
                  <a:gsLst>
                    <a:gs pos="0">
                      <a:schemeClr val="accent2">
                        <a:lumMod val="60000"/>
                        <a:lumOff val="40000"/>
                      </a:schemeClr>
                    </a:gs>
                    <a:gs pos="35000">
                      <a:schemeClr val="accent2"/>
                    </a:gs>
                    <a:gs pos="100000">
                      <a:schemeClr val="accent1"/>
                    </a:gs>
                  </a:gsLst>
                  <a:lin ang="3000000" scaled="0"/>
                </a:gradFill>
                <a:latin typeface="+mn-lt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Click to add text</a:t>
            </a:r>
          </a:p>
        </p:txBody>
      </p:sp>
      <p:sp>
        <p:nvSpPr>
          <p:cNvPr id="9" name="iconfont-10342-5064101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838833" y="3603245"/>
            <a:ext cx="432000" cy="432000"/>
          </a:xfrm>
          <a:custGeom>
            <a:avLst/>
            <a:gdLst>
              <a:gd name="T0" fmla="*/ 4360 w 8720"/>
              <a:gd name="T1" fmla="*/ 8720 h 8720"/>
              <a:gd name="T2" fmla="*/ 0 w 8720"/>
              <a:gd name="T3" fmla="*/ 4360 h 8720"/>
              <a:gd name="T4" fmla="*/ 4360 w 8720"/>
              <a:gd name="T5" fmla="*/ 0 h 8720"/>
              <a:gd name="T6" fmla="*/ 8720 w 8720"/>
              <a:gd name="T7" fmla="*/ 4360 h 8720"/>
              <a:gd name="T8" fmla="*/ 4360 w 8720"/>
              <a:gd name="T9" fmla="*/ 8720 h 8720"/>
              <a:gd name="T10" fmla="*/ 6520 w 8720"/>
              <a:gd name="T11" fmla="*/ 5320 h 8720"/>
              <a:gd name="T12" fmla="*/ 6120 w 8720"/>
              <a:gd name="T13" fmla="*/ 5160 h 8720"/>
              <a:gd name="T14" fmla="*/ 5040 w 8720"/>
              <a:gd name="T15" fmla="*/ 4680 h 8720"/>
              <a:gd name="T16" fmla="*/ 5240 w 8720"/>
              <a:gd name="T17" fmla="*/ 4120 h 8720"/>
              <a:gd name="T18" fmla="*/ 5520 w 8720"/>
              <a:gd name="T19" fmla="*/ 2600 h 8720"/>
              <a:gd name="T20" fmla="*/ 4440 w 8720"/>
              <a:gd name="T21" fmla="*/ 1800 h 8720"/>
              <a:gd name="T22" fmla="*/ 3360 w 8720"/>
              <a:gd name="T23" fmla="*/ 2600 h 8720"/>
              <a:gd name="T24" fmla="*/ 3640 w 8720"/>
              <a:gd name="T25" fmla="*/ 4120 h 8720"/>
              <a:gd name="T26" fmla="*/ 3840 w 8720"/>
              <a:gd name="T27" fmla="*/ 4680 h 8720"/>
              <a:gd name="T28" fmla="*/ 2760 w 8720"/>
              <a:gd name="T29" fmla="*/ 5160 h 8720"/>
              <a:gd name="T30" fmla="*/ 2360 w 8720"/>
              <a:gd name="T31" fmla="*/ 5320 h 8720"/>
              <a:gd name="T32" fmla="*/ 2240 w 8720"/>
              <a:gd name="T33" fmla="*/ 6520 h 8720"/>
              <a:gd name="T34" fmla="*/ 6600 w 8720"/>
              <a:gd name="T35" fmla="*/ 6520 h 8720"/>
              <a:gd name="T36" fmla="*/ 6520 w 8720"/>
              <a:gd name="T37" fmla="*/ 5320 h 87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8720" h="8720">
                <a:moveTo>
                  <a:pt x="4360" y="8720"/>
                </a:moveTo>
                <a:cubicBezTo>
                  <a:pt x="1960" y="8720"/>
                  <a:pt x="0" y="6760"/>
                  <a:pt x="0" y="4360"/>
                </a:cubicBezTo>
                <a:cubicBezTo>
                  <a:pt x="0" y="1960"/>
                  <a:pt x="1960" y="0"/>
                  <a:pt x="4360" y="0"/>
                </a:cubicBezTo>
                <a:cubicBezTo>
                  <a:pt x="6760" y="0"/>
                  <a:pt x="8720" y="1960"/>
                  <a:pt x="8720" y="4360"/>
                </a:cubicBezTo>
                <a:cubicBezTo>
                  <a:pt x="8720" y="6760"/>
                  <a:pt x="6760" y="8720"/>
                  <a:pt x="4360" y="8720"/>
                </a:cubicBezTo>
                <a:close/>
                <a:moveTo>
                  <a:pt x="6520" y="5320"/>
                </a:moveTo>
                <a:cubicBezTo>
                  <a:pt x="6400" y="5240"/>
                  <a:pt x="6280" y="5200"/>
                  <a:pt x="6120" y="5160"/>
                </a:cubicBezTo>
                <a:cubicBezTo>
                  <a:pt x="5760" y="5080"/>
                  <a:pt x="5320" y="5040"/>
                  <a:pt x="5040" y="4680"/>
                </a:cubicBezTo>
                <a:cubicBezTo>
                  <a:pt x="5040" y="4680"/>
                  <a:pt x="4880" y="4520"/>
                  <a:pt x="5240" y="4120"/>
                </a:cubicBezTo>
                <a:cubicBezTo>
                  <a:pt x="5600" y="3720"/>
                  <a:pt x="5600" y="3080"/>
                  <a:pt x="5520" y="2600"/>
                </a:cubicBezTo>
                <a:cubicBezTo>
                  <a:pt x="5440" y="2120"/>
                  <a:pt x="4960" y="1800"/>
                  <a:pt x="4440" y="1800"/>
                </a:cubicBezTo>
                <a:cubicBezTo>
                  <a:pt x="3920" y="1800"/>
                  <a:pt x="3440" y="2120"/>
                  <a:pt x="3360" y="2600"/>
                </a:cubicBezTo>
                <a:cubicBezTo>
                  <a:pt x="3280" y="3080"/>
                  <a:pt x="3320" y="3720"/>
                  <a:pt x="3640" y="4120"/>
                </a:cubicBezTo>
                <a:cubicBezTo>
                  <a:pt x="4000" y="4520"/>
                  <a:pt x="3840" y="4680"/>
                  <a:pt x="3840" y="4680"/>
                </a:cubicBezTo>
                <a:cubicBezTo>
                  <a:pt x="3560" y="5040"/>
                  <a:pt x="3120" y="5080"/>
                  <a:pt x="2760" y="5160"/>
                </a:cubicBezTo>
                <a:cubicBezTo>
                  <a:pt x="2600" y="5200"/>
                  <a:pt x="2480" y="5240"/>
                  <a:pt x="2360" y="5320"/>
                </a:cubicBezTo>
                <a:cubicBezTo>
                  <a:pt x="2120" y="5440"/>
                  <a:pt x="2240" y="6520"/>
                  <a:pt x="2240" y="6520"/>
                </a:cubicBezTo>
                <a:lnTo>
                  <a:pt x="6600" y="6520"/>
                </a:lnTo>
                <a:cubicBezTo>
                  <a:pt x="6520" y="6520"/>
                  <a:pt x="6600" y="5480"/>
                  <a:pt x="6520" y="532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US">
              <a:latin typeface="Arial" panose="020B0604020202020204" pitchFamily="34" charset="0"/>
              <a:sym typeface="+mn-lt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1.xml"/><Relationship Id="rId18" Type="http://schemas.openxmlformats.org/officeDocument/2006/relationships/tags" Target="../tags/tag6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17" Type="http://schemas.openxmlformats.org/officeDocument/2006/relationships/tags" Target="../tags/tag5.xml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3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2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ags" Target="../tags/tag63.xml"/><Relationship Id="rId18" Type="http://schemas.openxmlformats.org/officeDocument/2006/relationships/tags" Target="../tags/tag68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17" Type="http://schemas.openxmlformats.org/officeDocument/2006/relationships/tags" Target="../tags/tag67.xml"/><Relationship Id="rId2" Type="http://schemas.openxmlformats.org/officeDocument/2006/relationships/slideLayout" Target="../slideLayouts/slideLayout13.xml"/><Relationship Id="rId16" Type="http://schemas.openxmlformats.org/officeDocument/2006/relationships/tags" Target="../tags/tag6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tags" Target="../tags/tag65.xml"/><Relationship Id="rId10" Type="http://schemas.openxmlformats.org/officeDocument/2006/relationships/slideLayout" Target="../slideLayouts/slideLayout21.xml"/><Relationship Id="rId19" Type="http://schemas.openxmlformats.org/officeDocument/2006/relationships/tags" Target="../tags/tag69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tags" Target="../tags/tag6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15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  <p:custDataLst>
              <p:tags r:id="rId16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  <p:custDataLst>
              <p:tags r:id="rId17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  <p:custDataLst>
              <p:tags r:id="rId18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en-US" smtClean="0"/>
              <a:t>‹#›</a:t>
            </a:fld>
            <a:endParaRPr lang="en-US" dirty="0"/>
          </a:p>
        </p:txBody>
      </p:sp>
    </p:spTree>
    <p:custDataLst>
      <p:tags r:id="rId13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商务-红色-折纸_03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2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标题占位符 1"/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/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5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6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7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8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  <a:t>‹#›</a:t>
            </a:fld>
            <a:endParaRPr lang="en-US"/>
          </a:p>
        </p:txBody>
      </p:sp>
      <p:sp>
        <p:nvSpPr>
          <p:cNvPr id="7" name="KSO_TEMPLATE" hidden="1"/>
          <p:cNvSpPr/>
          <p:nvPr>
            <p:custDataLst>
              <p:tags r:id="rId19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  <a:gradFill>
            <a:gsLst>
              <a:gs pos="0">
                <a:schemeClr val="accent3">
                  <a:lumMod val="80000"/>
                  <a:lumOff val="20000"/>
                </a:schemeClr>
              </a:gs>
              <a:gs pos="50000">
                <a:schemeClr val="accent2"/>
              </a:gs>
              <a:gs pos="100000">
                <a:schemeClr val="accent1"/>
              </a:gs>
            </a:gsLst>
            <a:lin ang="10800000" scaled="0"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compatLnSpc="1">
            <a:noAutofit/>
          </a:bodyPr>
          <a:lstStyle/>
          <a:p>
            <a:pPr algn="ctr"/>
            <a:endParaRPr lang="zh-CN" altLang="en-US" sz="16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gradFill>
            <a:gsLst>
              <a:gs pos="0">
                <a:schemeClr val="accent2">
                  <a:lumMod val="70000"/>
                  <a:lumOff val="30000"/>
                </a:schemeClr>
              </a:gs>
              <a:gs pos="35000">
                <a:schemeClr val="accent2"/>
              </a:gs>
              <a:gs pos="100000">
                <a:schemeClr val="accent1"/>
              </a:gs>
            </a:gsLst>
            <a:lin ang="3000000" scaled="0"/>
          </a:gradFill>
          <a:latin typeface="Arial" panose="020B0604020202020204" pitchFamily="34" charset="0"/>
          <a:sym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sym typeface="Arial" panose="020B0604020202020204" pitchFamily="34" charset="0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144.xml"/><Relationship Id="rId7" Type="http://schemas.openxmlformats.org/officeDocument/2006/relationships/slideLayout" Target="../slideLayouts/slideLayout12.xml"/><Relationship Id="rId2" Type="http://schemas.openxmlformats.org/officeDocument/2006/relationships/tags" Target="../tags/tag143.xml"/><Relationship Id="rId1" Type="http://schemas.openxmlformats.org/officeDocument/2006/relationships/tags" Target="../tags/tag142.xml"/><Relationship Id="rId6" Type="http://schemas.openxmlformats.org/officeDocument/2006/relationships/tags" Target="../tags/tag147.xml"/><Relationship Id="rId5" Type="http://schemas.openxmlformats.org/officeDocument/2006/relationships/tags" Target="../tags/tag146.xml"/><Relationship Id="rId4" Type="http://schemas.openxmlformats.org/officeDocument/2006/relationships/tags" Target="../tags/tag14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tags" Target="../tags/tag150.xml"/><Relationship Id="rId2" Type="http://schemas.openxmlformats.org/officeDocument/2006/relationships/tags" Target="../tags/tag149.xml"/><Relationship Id="rId1" Type="http://schemas.openxmlformats.org/officeDocument/2006/relationships/tags" Target="../tags/tag148.xml"/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tags" Target="../tags/tag153.xml"/><Relationship Id="rId2" Type="http://schemas.openxmlformats.org/officeDocument/2006/relationships/tags" Target="../tags/tag152.xml"/><Relationship Id="rId1" Type="http://schemas.openxmlformats.org/officeDocument/2006/relationships/tags" Target="../tags/tag151.xml"/><Relationship Id="rId4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tags" Target="../tags/tag156.xml"/><Relationship Id="rId2" Type="http://schemas.openxmlformats.org/officeDocument/2006/relationships/tags" Target="../tags/tag155.xml"/><Relationship Id="rId1" Type="http://schemas.openxmlformats.org/officeDocument/2006/relationships/tags" Target="../tags/tag154.xml"/><Relationship Id="rId4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tags" Target="../tags/tag159.xml"/><Relationship Id="rId2" Type="http://schemas.openxmlformats.org/officeDocument/2006/relationships/tags" Target="../tags/tag158.xml"/><Relationship Id="rId1" Type="http://schemas.openxmlformats.org/officeDocument/2006/relationships/tags" Target="../tags/tag157.xml"/><Relationship Id="rId4" Type="http://schemas.openxmlformats.org/officeDocument/2006/relationships/slideLayout" Target="../slideLayouts/slideLayout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3"/>
          <p:cNvSpPr txBox="1"/>
          <p:nvPr>
            <p:custDataLst>
              <p:tags r:id="rId2"/>
            </p:custDataLst>
          </p:nvPr>
        </p:nvSpPr>
        <p:spPr>
          <a:xfrm>
            <a:off x="8994913" y="5091820"/>
            <a:ext cx="2822713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Guide by</a:t>
            </a:r>
            <a:br>
              <a:rPr lang="en-IN" dirty="0">
                <a:solidFill>
                  <a:schemeClr val="bg1"/>
                </a:solidFill>
              </a:rPr>
            </a:br>
            <a:r>
              <a:rPr lang="en-IN" dirty="0">
                <a:solidFill>
                  <a:schemeClr val="bg1"/>
                </a:solidFill>
              </a:rPr>
              <a:t>Jeni Gracia R C</a:t>
            </a:r>
          </a:p>
          <a:p>
            <a:br>
              <a:rPr lang="en-IN" dirty="0">
                <a:solidFill>
                  <a:schemeClr val="bg1"/>
                </a:solidFill>
              </a:rPr>
            </a:b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7" name="标题"/>
          <p:cNvSpPr>
            <a:spLocks noGrp="1"/>
          </p:cNvSpPr>
          <p:nvPr>
            <p:ph type="ctrTitle"/>
            <p:custDataLst>
              <p:tags r:id="rId3"/>
            </p:custDataLst>
          </p:nvPr>
        </p:nvSpPr>
        <p:spPr>
          <a:xfrm>
            <a:off x="838200" y="1252855"/>
            <a:ext cx="10515600" cy="2902585"/>
          </a:xfrm>
        </p:spPr>
        <p:txBody>
          <a:bodyPr anchor="ctr" anchorCtr="0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en-US" sz="5200" dirty="0"/>
              <a:t>The Vision Pipeline: From Pixels to Real-World Engineering Solutions</a:t>
            </a:r>
          </a:p>
        </p:txBody>
      </p:sp>
      <p:sp>
        <p:nvSpPr>
          <p:cNvPr id="8" name="副标题"/>
          <p:cNvSpPr>
            <a:spLocks noGrp="1"/>
          </p:cNvSpPr>
          <p:nvPr>
            <p:ph type="subTitle" idx="1"/>
            <p:custDataLst>
              <p:tags r:id="rId4"/>
            </p:custDataLst>
          </p:nvPr>
        </p:nvSpPr>
        <p:spPr>
          <a:xfrm>
            <a:off x="904875" y="180975"/>
            <a:ext cx="10515600" cy="944880"/>
          </a:xfrm>
        </p:spPr>
        <p:txBody>
          <a:bodyPr/>
          <a:lstStyle/>
          <a:p>
            <a:pPr marL="0" indent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ct val="100000"/>
            </a:pPr>
            <a:r>
              <a:rPr lang="en-US" sz="1800" dirty="0">
                <a:ea typeface="+mn-ea"/>
              </a:rPr>
              <a:t>Logesh S </a:t>
            </a:r>
            <a:br>
              <a:rPr lang="en-US" sz="1800" dirty="0">
                <a:ea typeface="+mn-ea"/>
              </a:rPr>
            </a:br>
            <a:r>
              <a:rPr lang="en-US" sz="1800" dirty="0">
                <a:ea typeface="+mn-ea"/>
              </a:rPr>
              <a:t>192525023</a:t>
            </a:r>
          </a:p>
        </p:txBody>
      </p:sp>
      <p:sp>
        <p:nvSpPr>
          <p:cNvPr id="9" name="公司名"/>
          <p:cNvSpPr>
            <a:spLocks noGrp="1"/>
          </p:cNvSpPr>
          <p:nvPr>
            <p:ph type="body" sz="quarter" idx="13"/>
            <p:custDataLst>
              <p:tags r:id="rId5"/>
            </p:custDataLst>
          </p:nvPr>
        </p:nvSpPr>
        <p:spPr>
          <a:xfrm>
            <a:off x="891540" y="4946650"/>
            <a:ext cx="5776595" cy="1244600"/>
          </a:xfrm>
        </p:spPr>
        <p:txBody>
          <a:bodyPr/>
          <a:lstStyle/>
          <a:p>
            <a:r>
              <a:rPr lang="en-US">
                <a:ea typeface="+mn-ea"/>
              </a:rPr>
              <a:t>YOUR LOGO</a:t>
            </a:r>
          </a:p>
        </p:txBody>
      </p:sp>
      <p:sp>
        <p:nvSpPr>
          <p:cNvPr id="10" name="署名"/>
          <p:cNvSpPr>
            <a:spLocks noGrp="1"/>
          </p:cNvSpPr>
          <p:nvPr>
            <p:ph type="body" sz="quarter" idx="17"/>
            <p:custDataLst>
              <p:tags r:id="rId6"/>
            </p:custDataLst>
          </p:nvPr>
        </p:nvSpPr>
        <p:spPr>
          <a:prstGeom prst="rect">
            <a:avLst/>
          </a:prstGeom>
        </p:spPr>
        <p:txBody>
          <a:bodyPr/>
          <a:lstStyle/>
          <a:p>
            <a:endParaRPr lang="en-US">
              <a:ea typeface="+mn-ea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wrap="square" lIns="0" tIns="0" rIns="0" bIns="0" rtlCol="0" anchor="ctr">
            <a:normAutofit fontScale="90000"/>
          </a:bodyPr>
          <a:lstStyle>
            <a:lvl1pPr>
              <a:defRPr>
                <a:latin typeface="+mj-lt"/>
                <a:sym typeface="Arial" panose="020B0604020202020204" pitchFamily="34" charset="0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dirty="0">
                <a:cs typeface="+mn-ea"/>
                <a:sym typeface="+mn-ea"/>
              </a:rPr>
              <a:t>Image Formation &amp; Fundamentals</a:t>
            </a:r>
          </a:p>
        </p:txBody>
      </p:sp>
      <p:sp>
        <p:nvSpPr>
          <p:cNvPr id="4" name="TextBox 3"/>
          <p:cNvSpPr txBox="1"/>
          <p:nvPr>
            <p:custDataLst>
              <p:tags r:id="rId3"/>
            </p:custDataLst>
          </p:nvPr>
        </p:nvSpPr>
        <p:spPr>
          <a:xfrm>
            <a:off x="695960" y="2236469"/>
            <a:ext cx="10800000" cy="4873625"/>
          </a:xfrm>
          <a:prstGeom prst="rect">
            <a:avLst/>
          </a:prstGeom>
          <a:noFill/>
        </p:spPr>
        <p:txBody>
          <a:bodyPr wrap="square"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en-IN" sz="2000" b="1" u="none" strike="noStrike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Physics of Capture</a:t>
            </a:r>
            <a:r>
              <a:rPr lang="en-IN" sz="2000" b="0" u="none" strike="noStrike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Lenses bend light rays to project a 3D real-world scene onto a flat 2D sensor plane (Perspective Projection).</a:t>
            </a:r>
            <a:br>
              <a:rPr lang="en-IN" sz="2000" b="0" u="none" strike="noStrike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2000" b="0" u="none" strike="noStrike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b="1" u="none" strike="noStrike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Sensor Electronics</a:t>
            </a:r>
            <a:r>
              <a:rPr lang="en-IN" sz="2000" b="0" u="none" strike="noStrike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Charge-Coupled Devices (CCD) or Complementary Metal-Oxide-Semiconductor (CMOS) sensors convert photon energy into electrical voltages.</a:t>
            </a:r>
          </a:p>
          <a:p>
            <a:pPr>
              <a:lnSpc>
                <a:spcPct val="150000"/>
              </a:lnSpc>
            </a:pPr>
            <a:br>
              <a:rPr lang="en-IN" sz="2000" b="0" u="none" strike="noStrike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b="1" u="none" strike="noStrike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Pixel Grid</a:t>
            </a:r>
            <a:r>
              <a:rPr lang="en-IN" sz="2000" b="0" u="none" strike="noStrike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Images are stored as 2D digital matrices \(f(</a:t>
            </a:r>
            <a:r>
              <a:rPr lang="en-IN" sz="2000" b="0" u="none" strike="noStrike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x,y</a:t>
            </a:r>
            <a:r>
              <a:rPr lang="en-IN" sz="2000" b="0" u="none" strike="noStrike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)\), where \((</a:t>
            </a:r>
            <a:r>
              <a:rPr lang="en-IN" sz="2000" b="0" u="none" strike="noStrike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x,y</a:t>
            </a:r>
            <a:r>
              <a:rPr lang="en-IN" sz="2000" b="0" u="none" strike="noStrike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)\) represents spatial coordinates and \(f\) represents light intensity.</a:t>
            </a:r>
            <a:br>
              <a:rPr lang="en-IN" sz="2000" b="0" u="none" strike="noStrike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2000" b="0" u="none" strike="noStrike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b="1" u="none" strike="noStrike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Colo</a:t>
            </a:r>
            <a:r>
              <a:rPr lang="en-IN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IN" sz="2000" b="1" u="none" strike="noStrike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 </a:t>
            </a:r>
            <a:r>
              <a:rPr lang="en-IN" sz="2000" b="1" u="none" strike="noStrike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Representaton</a:t>
            </a:r>
            <a:r>
              <a:rPr lang="en-IN" sz="2000" b="0" u="none" strike="noStrike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Light is split into discrete colo</a:t>
            </a: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IN" sz="2000" b="0" u="none" strike="noStrike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 channels like RGB (Red, Green, Blue) for display, or HSV (Hue, Saturation, Value) for easier computer processing.</a:t>
            </a:r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wrap="square" lIns="0" tIns="0" rIns="0" bIns="0" rtlCol="0" anchor="ctr">
            <a:normAutofit/>
          </a:bodyPr>
          <a:lstStyle>
            <a:lvl1pPr>
              <a:defRPr>
                <a:latin typeface="+mj-lt"/>
                <a:sym typeface="Arial" panose="020B0604020202020204" pitchFamily="34" charset="0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dirty="0">
                <a:cs typeface="+mn-ea"/>
                <a:sym typeface="+mn-ea"/>
              </a:rPr>
              <a:t>Digitalization: Sampling &amp; Quantization</a:t>
            </a:r>
          </a:p>
        </p:txBody>
      </p:sp>
      <p:sp>
        <p:nvSpPr>
          <p:cNvPr id="5" name="TextBox 4"/>
          <p:cNvSpPr txBox="1"/>
          <p:nvPr>
            <p:custDataLst>
              <p:tags r:id="rId3"/>
            </p:custDataLst>
          </p:nvPr>
        </p:nvSpPr>
        <p:spPr>
          <a:xfrm>
            <a:off x="695960" y="1785619"/>
            <a:ext cx="10800000" cy="4873625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IN" sz="2000" b="1" u="none" strike="noStrike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Spatial Sampling</a:t>
            </a:r>
            <a:r>
              <a:rPr lang="en-IN" sz="2000" b="0" u="none" strike="noStrike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The continuous real-world scene is divided into a discrete grid of pixels; this dictates the physical spatial resolution.</a:t>
            </a:r>
          </a:p>
          <a:p>
            <a:pPr algn="just">
              <a:lnSpc>
                <a:spcPct val="150000"/>
              </a:lnSpc>
            </a:pPr>
            <a:br>
              <a:rPr lang="en-IN" sz="2000" b="0" u="none" strike="noStrike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b="1" u="none" strike="noStrike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Nyquist Limit</a:t>
            </a:r>
            <a:r>
              <a:rPr lang="en-IN" sz="2000" b="0" u="none" strike="noStrike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Sampling frequencies must double the highest spatial frequency of the scene to prevent </a:t>
            </a:r>
            <a:r>
              <a:rPr lang="en-IN" sz="2000" u="none" strike="noStrike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aliasing </a:t>
            </a:r>
            <a:r>
              <a:rPr lang="en-IN" sz="2000" b="0" u="none" strike="noStrike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(distorted, jagged artifacts).</a:t>
            </a:r>
          </a:p>
          <a:p>
            <a:pPr algn="just">
              <a:lnSpc>
                <a:spcPct val="150000"/>
              </a:lnSpc>
            </a:pPr>
            <a:br>
              <a:rPr lang="en-IN" sz="2000" b="0" u="none" strike="noStrike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b="1" u="none" strike="noStrike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Intensity Quantization</a:t>
            </a:r>
            <a:r>
              <a:rPr lang="en-IN" sz="2000" b="0" u="none" strike="noStrike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Continuous voltage values are mapped into discrete integer </a:t>
            </a:r>
            <a:r>
              <a:rPr lang="en-IN" sz="2000" b="0" u="none" strike="noStrike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gray</a:t>
            </a:r>
            <a:r>
              <a:rPr lang="en-IN" sz="2000" b="0" u="none" strike="noStrike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levels based on the system's bit depth (e.g., 8-bit depth yields \(2^8 = 256\) levels).</a:t>
            </a:r>
          </a:p>
        </p:txBody>
      </p: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wrap="square" lIns="0" tIns="0" rIns="0" bIns="0" rtlCol="0" anchor="ctr">
            <a:normAutofit/>
          </a:bodyPr>
          <a:lstStyle>
            <a:lvl1pPr>
              <a:defRPr>
                <a:latin typeface="+mj-lt"/>
                <a:sym typeface="Arial" panose="020B0604020202020204" pitchFamily="34" charset="0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dirty="0">
                <a:cs typeface="+mn-ea"/>
                <a:sym typeface="+mn-ea"/>
              </a:rPr>
              <a:t>Interpretation: Computer Vision Processing</a:t>
            </a:r>
          </a:p>
        </p:txBody>
      </p:sp>
      <p:sp>
        <p:nvSpPr>
          <p:cNvPr id="7" name="TextBox 6"/>
          <p:cNvSpPr txBox="1"/>
          <p:nvPr>
            <p:custDataLst>
              <p:tags r:id="rId3"/>
            </p:custDataLst>
          </p:nvPr>
        </p:nvSpPr>
        <p:spPr>
          <a:xfrm>
            <a:off x="695960" y="1707514"/>
            <a:ext cx="10800000" cy="4873625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 algn="just">
              <a:lnSpc>
                <a:spcPct val="150000"/>
              </a:lnSpc>
            </a:pPr>
            <a:r>
              <a:rPr lang="en-IN" sz="2000" b="1" u="none" strike="noStrike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Low-Level Processing</a:t>
            </a:r>
            <a:r>
              <a:rPr lang="en-IN" sz="2000" b="0" u="none" strike="noStrike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Mathematical filters remove sensor noise (Gaussian blur) and highlight sudden intensity changes to map structural outlines.</a:t>
            </a:r>
          </a:p>
          <a:p>
            <a:pPr algn="just">
              <a:lnSpc>
                <a:spcPct val="150000"/>
              </a:lnSpc>
            </a:pPr>
            <a:br>
              <a:rPr lang="en-IN" sz="2000" b="0" u="none" strike="noStrike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b="1" u="none" strike="noStrike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Feature Extraction</a:t>
            </a:r>
            <a:r>
              <a:rPr lang="en-IN" sz="2000" b="0" u="none" strike="noStrike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Mathematical algorithms isolate robust mathematical landmarks, textures, or </a:t>
            </a:r>
            <a:r>
              <a:rPr lang="en-IN" sz="2000" b="0" u="none" strike="noStrike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keypoints</a:t>
            </a:r>
            <a:r>
              <a:rPr lang="en-IN" sz="2000" b="0" u="none" strike="noStrike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within the pixel matrix.</a:t>
            </a:r>
          </a:p>
          <a:p>
            <a:pPr algn="just">
              <a:lnSpc>
                <a:spcPct val="150000"/>
              </a:lnSpc>
            </a:pPr>
            <a:br>
              <a:rPr lang="en-IN" sz="2000" b="0" u="none" strike="noStrike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b="1" u="none" strike="noStrike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Object Segmentation</a:t>
            </a:r>
            <a:r>
              <a:rPr lang="en-IN" sz="2000" b="0" u="none" strike="noStrike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Pixels with matching intensities or boundaries are grouped together to isolate distinct objects from the background.</a:t>
            </a:r>
          </a:p>
          <a:p>
            <a:pPr algn="just">
              <a:lnSpc>
                <a:spcPct val="150000"/>
              </a:lnSpc>
            </a:pPr>
            <a:br>
              <a:rPr lang="en-IN" sz="2000" b="0" u="none" strike="noStrike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b="1" u="none" strike="noStrike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High-Level Recognition</a:t>
            </a:r>
            <a:r>
              <a:rPr lang="en-IN" sz="2000" b="0" u="none" strike="noStrike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Machine learning models classify the grouped pixels, turning raw matrix data into actionable labels </a:t>
            </a:r>
          </a:p>
        </p:txBody>
      </p:sp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838835" y="212725"/>
            <a:ext cx="10514965" cy="2973070"/>
          </a:xfrm>
        </p:spPr>
        <p:txBody>
          <a:bodyPr/>
          <a:lstStyle/>
          <a:p>
            <a:r>
              <a:rPr lang="en-US"/>
              <a:t>THANK YOU</a:t>
            </a:r>
          </a:p>
        </p:txBody>
      </p:sp>
      <p:sp>
        <p:nvSpPr>
          <p:cNvPr id="10" name="署名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1443990" y="3674110"/>
            <a:ext cx="9910445" cy="1203960"/>
          </a:xfrm>
          <a:prstGeom prst="rect">
            <a:avLst/>
          </a:prstGeom>
        </p:spPr>
        <p:txBody>
          <a:bodyPr vert="horz" wrap="square" lIns="0" tIns="0" rIns="0" bIns="0" rtlCol="0" anchor="t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buClrTx/>
              <a:buSzTx/>
              <a:buFont typeface="Arial" panose="020B0604020202020204" pitchFamily="34" charset="0"/>
              <a:buNone/>
              <a:defRPr kumimoji="0" lang="en-US" sz="2000" b="1" i="0" u="none" strike="noStrike" kern="1200" cap="none" spc="0" normalizeH="0" baseline="0" noProof="1" dirty="0">
                <a:gradFill>
                  <a:gsLst>
                    <a:gs pos="0">
                      <a:schemeClr val="accent2">
                        <a:lumMod val="60000"/>
                        <a:lumOff val="40000"/>
                      </a:schemeClr>
                    </a:gs>
                    <a:gs pos="35000">
                      <a:schemeClr val="accent2"/>
                    </a:gs>
                    <a:gs pos="100000">
                      <a:schemeClr val="accent1"/>
                    </a:gs>
                  </a:gsLst>
                  <a:lin ang="3000000" scaled="0"/>
                </a:gradFill>
                <a:latin typeface="+mn-lt"/>
                <a:sym typeface="+mn-ea"/>
              </a:defRPr>
            </a:lvl1pPr>
            <a:lvl2pPr marL="538480" indent="-20637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defRPr>
            </a:lvl2pPr>
            <a:lvl3pPr marL="798830" indent="-16192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defRPr>
            </a:lvl3pPr>
            <a:lvl4pPr marL="1030605" indent="-14922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defRPr>
            </a:lvl4pPr>
            <a:lvl5pPr marL="1235075" indent="-12700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>
                <a:gradFill>
                  <a:gsLst>
                    <a:gs pos="0">
                      <a:schemeClr val="accent2">
                        <a:lumMod val="60000"/>
                        <a:lumOff val="40000"/>
                      </a:schemeClr>
                    </a:gs>
                    <a:gs pos="35000">
                      <a:schemeClr val="accent2"/>
                    </a:gs>
                    <a:gs pos="100000">
                      <a:schemeClr val="accent1"/>
                    </a:gs>
                  </a:gsLst>
                  <a:lin ang="3000000"/>
                </a:gradFill>
              </a:rPr>
              <a:t>Logesh S 192525023</a:t>
            </a: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0*i*1"/>
  <p:tag name="KSO_WM_UNIT_LAYERLEVEL" val="1"/>
  <p:tag name="KSO_WM_TAG_VERSION" val="3.0"/>
  <p:tag name="KSO_WM_BEAUTIFY_FLAG" val="#wm#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0*a*1"/>
  <p:tag name="KSO_WM_UNIT_LAYERLEVEL" val="1"/>
  <p:tag name="KSO_WM_TAG_VERSION" val="1.0"/>
  <p:tag name="KSO_WM_BEAUTIFY_FLAG" val="#wm#"/>
  <p:tag name="KSO_WM_TEMPLATE_CATEGORY" val="custom"/>
  <p:tag name="KSO_WM_TEMPLATE_INDEX" val="20237990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0*f*1"/>
  <p:tag name="KSO_WM_UNIT_LAYERLEVEL" val="1"/>
  <p:tag name="KSO_WM_TAG_VERSION" val="1.0"/>
  <p:tag name="KSO_WM_BEAUTIFY_FLAG" val="#wm#"/>
  <p:tag name="KSO_WM_TEMPLATE_CATEGORY" val="custom"/>
  <p:tag name="KSO_WM_TEMPLATE_INDEX" val="20237990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9"/>
  <p:tag name="KSO_WM_SPECIAL_SOURCE" val="bdnull"/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7990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*i*1"/>
  <p:tag name="KSO_WM_UNIT_LAYERLEVEL" val="1"/>
  <p:tag name="KSO_WM_TAG_VERSION" val="3.0"/>
  <p:tag name="KSO_WM_BEAUTIFY_FLAG" val="#wm#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*i*2"/>
  <p:tag name="KSO_WM_UNIT_LAYERLEVEL" val="1"/>
  <p:tag name="KSO_WM_TAG_VERSION" val="3.0"/>
  <p:tag name="KSO_WM_BEAUTIFY_FLAG" val="#wm#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*i*3"/>
  <p:tag name="KSO_WM_UNIT_LAYERLEVEL" val="1"/>
  <p:tag name="KSO_WM_TAG_VERSION" val="3.0"/>
  <p:tag name="KSO_WM_BEAUTIFY_FLAG" val="#wm#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*a*1"/>
  <p:tag name="KSO_WM_UNIT_LAYERLEVEL" val="1"/>
  <p:tag name="KSO_WM_TAG_VERSION" val="3.0"/>
  <p:tag name="KSO_WM_BEAUTIFY_FLAG" val="#wm#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80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*b*1"/>
  <p:tag name="KSO_WM_UNIT_LAYERLEVEL" val="1"/>
  <p:tag name="KSO_WM_TAG_VERSION" val="3.0"/>
  <p:tag name="KSO_WM_BEAUTIFY_FLAG" val="#wm#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g"/>
  <p:tag name="KSO_WM_UNIT_PRESET_TEXT" val="公司名占位符"/>
  <p:tag name="KSO_WM_UNIT_NOCLEAR" val="0"/>
  <p:tag name="KSO_WM_UNIT_VALUE" val="96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1*f*1"/>
  <p:tag name="KSO_WM_UNIT_LAYERLEVEL" val="1"/>
  <p:tag name="KSO_WM_TAG_VERSION" val="3.0"/>
  <p:tag name="KSO_WM_BEAUTIFY_FLAG" val="#wm#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b"/>
  <p:tag name="KSO_WM_UNIT_PRESET_TEXT" val="署名占位符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1*f*2"/>
  <p:tag name="KSO_WM_UNIT_LAYERLEVEL" val="1"/>
  <p:tag name="KSO_WM_TAG_VERSION" val="3.0"/>
  <p:tag name="KSO_WM_BEAUTIFY_FLAG" val="#wm#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*i*4"/>
  <p:tag name="KSO_WM_UNIT_LAYERLEVEL" val="1"/>
  <p:tag name="KSO_WM_TAG_VERSION" val="3.0"/>
  <p:tag name="KSO_WM_BEAUTIFY_FLAG" val="#wm#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2*i*1"/>
  <p:tag name="KSO_WM_UNIT_LAYERLEVEL" val="1"/>
  <p:tag name="KSO_WM_TAG_VERSION" val="3.0"/>
  <p:tag name="KSO_WM_BEAUTIFY_FLAG" val="#wm#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3*i*1"/>
  <p:tag name="KSO_WM_UNIT_LAYERLEVEL" val="1"/>
  <p:tag name="KSO_WM_TAG_VERSION" val="3.0"/>
  <p:tag name="KSO_WM_BEAUTIFY_FLAG" val="#wm#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1"/>
  <p:tag name="KSO_WM_UNIT_ISNUMDGMTITLE" val="0"/>
  <p:tag name="KSO_WM_UNIT_PRESET_TEXT" val="标题"/>
  <p:tag name="KSO_WM_UNIT_NOCLEAR" val="0"/>
  <p:tag name="KSO_WM_UNIT_VALUE" val="3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3*a*1"/>
  <p:tag name="KSO_WM_UNIT_LAYERLEVEL" val="1"/>
  <p:tag name="KSO_WM_TAG_VERSION" val="3.0"/>
  <p:tag name="KSO_WM_BEAUTIFY_FLAG" val="#wm#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4*i*1"/>
  <p:tag name="KSO_WM_UNIT_LAYERLEVEL" val="1"/>
  <p:tag name="KSO_WM_TAG_VERSION" val="3.0"/>
  <p:tag name="KSO_WM_BEAUTIFY_FLAG" val="#wm#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4*i*2"/>
  <p:tag name="KSO_WM_UNIT_LAYERLEVEL" val="1"/>
  <p:tag name="KSO_WM_TAG_VERSION" val="3.0"/>
  <p:tag name="KSO_WM_BEAUTIFY_FLAG" val="#wm#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4*i*3"/>
  <p:tag name="KSO_WM_UNIT_LAYERLEVEL" val="1"/>
  <p:tag name="KSO_WM_TAG_VERSION" val="3.0"/>
  <p:tag name="KSO_WM_BEAUTIFY_FLAG" val="#wm#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4*i*4"/>
  <p:tag name="KSO_WM_UNIT_LAYERLEVEL" val="1"/>
  <p:tag name="KSO_WM_TAG_VERSION" val="3.0"/>
  <p:tag name="KSO_WM_BEAUTIFY_FLAG" val="#wm#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4*i*5"/>
  <p:tag name="KSO_WM_UNIT_LAYERLEVEL" val="1"/>
  <p:tag name="KSO_WM_TAG_VERSION" val="3.0"/>
  <p:tag name="KSO_WM_BEAUTIFY_FLAG" val="#wm#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14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4*a*1"/>
  <p:tag name="KSO_WM_UNIT_LAYERLEVEL" val="1"/>
  <p:tag name="KSO_WM_TAG_VERSION" val="3.0"/>
  <p:tag name="KSO_WM_BEAUTIFY_FLAG" val="#wm#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RESET_TEXT" val="节编号"/>
  <p:tag name="KSO_WM_UNIT_NOCLEAR" val="0"/>
  <p:tag name="KSO_WM_UNIT_VALUE" val="13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_4*e*1"/>
  <p:tag name="KSO_WM_UNIT_LAYERLEVEL" val="1"/>
  <p:tag name="KSO_WM_TAG_VERSION" val="3.0"/>
  <p:tag name="KSO_WM_BEAUTIFY_FLAG" val="#wm#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5*a*1"/>
  <p:tag name="KSO_WM_UNIT_LAYERLEVEL" val="1"/>
  <p:tag name="KSO_WM_TAG_VERSION" val="3.0"/>
  <p:tag name="KSO_WM_BEAUTIFY_FLAG" val="#wm#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5*f*1"/>
  <p:tag name="KSO_WM_UNIT_LAYERLEVEL" val="1"/>
  <p:tag name="KSO_WM_TAG_VERSION" val="3.0"/>
  <p:tag name="KSO_WM_BEAUTIFY_FLAG" val="#wm#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5*f*2"/>
  <p:tag name="KSO_WM_UNIT_LAYERLEVEL" val="1"/>
  <p:tag name="KSO_WM_TAG_VERSION" val="3.0"/>
  <p:tag name="KSO_WM_BEAUTIFY_FLAG" val="#wm#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6*a*1"/>
  <p:tag name="KSO_WM_UNIT_LAYERLEVEL" val="1"/>
  <p:tag name="KSO_WM_TAG_VERSION" val="3.0"/>
  <p:tag name="KSO_WM_BEAUTIFY_FLAG" val="#wm#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此处编辑母版文本样式"/>
  <p:tag name="KSO_WM_UNIT_NOCLEAR" val="0"/>
  <p:tag name="KSO_WM_UNIT_VALUE" val="19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1_1"/>
  <p:tag name="KSO_WM_UNIT_ID" val="_6*h_a*1_1"/>
  <p:tag name="KSO_WM_UNIT_LAYERLEVEL" val="1_1"/>
  <p:tag name="KSO_WM_TAG_VERSION" val="3.0"/>
  <p:tag name="KSO_WM_BEAUTIFY_FLAG" val="#wm#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1_1"/>
  <p:tag name="KSO_WM_UNIT_ID" val="_6*h_f*1_1"/>
  <p:tag name="KSO_WM_UNIT_LAYERLEVEL" val="1_1"/>
  <p:tag name="KSO_WM_TAG_VERSION" val="3.0"/>
  <p:tag name="KSO_WM_BEAUTIFY_FLAG" val="#wm#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此处编辑母版文本样式"/>
  <p:tag name="KSO_WM_UNIT_NOCLEAR" val="0"/>
  <p:tag name="KSO_WM_UNIT_VALUE" val="19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2_1"/>
  <p:tag name="KSO_WM_UNIT_ID" val="_6*h_a*2_1"/>
  <p:tag name="KSO_WM_UNIT_LAYERLEVEL" val="1_1"/>
  <p:tag name="KSO_WM_TAG_VERSION" val="3.0"/>
  <p:tag name="KSO_WM_BEAUTIFY_FLAG" val="#wm#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2_1"/>
  <p:tag name="KSO_WM_UNIT_ID" val="_6*h_f*2_1"/>
  <p:tag name="KSO_WM_UNIT_LAYERLEVEL" val="1_1"/>
  <p:tag name="KSO_WM_TAG_VERSION" val="3.0"/>
  <p:tag name="KSO_WM_BEAUTIFY_FLAG" val="#wm#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7*a*1"/>
  <p:tag name="KSO_WM_UNIT_LAYERLEVEL" val="1"/>
  <p:tag name="KSO_WM_TAG_VERSION" val="3.0"/>
  <p:tag name="KSO_WM_BEAUTIFY_FLAG" val="#wm#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96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9*f*1"/>
  <p:tag name="KSO_WM_UNIT_LAYERLEVEL" val="1"/>
  <p:tag name="KSO_WM_TAG_VERSION" val="3.0"/>
  <p:tag name="KSO_WM_BEAUTIFY_FLAG" val="#wm#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0*a*1"/>
  <p:tag name="KSO_WM_UNIT_LAYERLEVEL" val="1"/>
  <p:tag name="KSO_WM_TAG_VERSION" val="3.0"/>
  <p:tag name="KSO_WM_BEAUTIFY_FLAG" val="#wm#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40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0*b*1"/>
  <p:tag name="KSO_WM_UNIT_LAYERLEVEL" val="1"/>
  <p:tag name="KSO_WM_TAG_VERSION" val="3.0"/>
  <p:tag name="KSO_WM_BEAUTIFY_FLAG" val="#wm#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1*i*1"/>
  <p:tag name="KSO_WM_UNIT_LAYERLEVEL" val="1"/>
  <p:tag name="KSO_WM_TAG_VERSION" val="3.0"/>
  <p:tag name="KSO_WM_BEAUTIFY_FLAG" val="#wm#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1*i*2"/>
  <p:tag name="KSO_WM_UNIT_LAYERLEVEL" val="1"/>
  <p:tag name="KSO_WM_TAG_VERSION" val="3.0"/>
  <p:tag name="KSO_WM_BEAUTIFY_FLAG" val="#wm#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1*i*3"/>
  <p:tag name="KSO_WM_UNIT_LAYERLEVEL" val="1"/>
  <p:tag name="KSO_WM_TAG_VERSION" val="3.0"/>
  <p:tag name="KSO_WM_BEAUTIFY_FLAG" val="#wm#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1*a*1"/>
  <p:tag name="KSO_WM_UNIT_LAYERLEVEL" val="1"/>
  <p:tag name="KSO_WM_TAG_VERSION" val="3.0"/>
  <p:tag name="KSO_WM_BEAUTIFY_FLAG" val="#wm#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g"/>
  <p:tag name="KSO_WM_UNIT_PRESET_TEXT" val="公司名占位符"/>
  <p:tag name="KSO_WM_UNIT_NOCLEAR" val="0"/>
  <p:tag name="KSO_WM_UNIT_VALUE" val="96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11*f*1"/>
  <p:tag name="KSO_WM_UNIT_LAYERLEVEL" val="1"/>
  <p:tag name="KSO_WM_TAG_VERSION" val="3.0"/>
  <p:tag name="KSO_WM_BEAUTIFY_FLAG" val="#wm#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b"/>
  <p:tag name="KSO_WM_UNIT_PRESET_TEXT" val="署名占位符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11*f*2"/>
  <p:tag name="KSO_WM_UNIT_LAYERLEVEL" val="1"/>
  <p:tag name="KSO_WM_TAG_VERSION" val="3.0"/>
  <p:tag name="KSO_WM_BEAUTIFY_FLAG" val="#wm#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1*i*4"/>
  <p:tag name="KSO_WM_UNIT_LAYERLEVEL" val="1"/>
  <p:tag name="KSO_WM_TAG_VERSION" val="3.0"/>
  <p:tag name="KSO_WM_BEAUTIFY_FLAG" val="#wm#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9"/>
  <p:tag name="KSO_WM_SPECIAL_SOURCE" val="bdnull"/>
  <p:tag name="KSO_WM_SLIDE_ID" val="custom20237990_1"/>
  <p:tag name="KSO_WM_TEMPLATE_SUBCATEGORY" val="29"/>
  <p:tag name="KSO_WM_TEMPLATE_MASTER_TYPE" val="0"/>
  <p:tag name="KSO_WM_TEMPLATE_COLOR_TYPE" val="0"/>
  <p:tag name="KSO_WM_SLIDE_TYPE" val="title"/>
  <p:tag name="KSO_WM_SLIDE_SUBTYPE" val="pureTxt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7990"/>
  <p:tag name="KSO_WM_SLIDE_LAYOUT" val="a_b_f"/>
  <p:tag name="KSO_WM_SLIDE_LAYOUT_CNT" val="1_1_2"/>
  <p:tag name="KSO_WM_SLIDE_THEME_ID" val="3312678"/>
  <p:tag name="KSO_WM_SLIDE_THEME_NAME" val="Red Minimalist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3"/>
  <p:tag name="KSO_WM_UNIT_TYPE" val="f"/>
  <p:tag name="KSO_WM_UNIT_SUBTYPE" val="a"/>
  <p:tag name="KSO_WM_BEAUTIFY_FLAG" val="#wm#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7990_1*a*1"/>
  <p:tag name="KSO_WM_TEMPLATE_CATEGORY" val="custom"/>
  <p:tag name="KSO_WM_TEMPLATE_INDEX" val="20237990"/>
  <p:tag name="KSO_WM_UNIT_LAYERLEVEL" val="1"/>
  <p:tag name="KSO_WM_TAG_VERSION" val="3.0"/>
  <p:tag name="KSO_WM_BEAUTIFY_FLAG" val="#wm#"/>
  <p:tag name="KSO_WM_UNIT_PRESET_TEXT" val="Click to add title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80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37990_1*b*1"/>
  <p:tag name="KSO_WM_TEMPLATE_CATEGORY" val="custom"/>
  <p:tag name="KSO_WM_TEMPLATE_INDEX" val="20237990"/>
  <p:tag name="KSO_WM_UNIT_LAYERLEVEL" val="1"/>
  <p:tag name="KSO_WM_TAG_VERSION" val="3.0"/>
  <p:tag name="KSO_WM_BEAUTIFY_FLAG" val="#wm#"/>
  <p:tag name="KSO_WM_UNIT_PRESET_TEXT" val="Click to add subtitle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g"/>
  <p:tag name="KSO_WM_UNIT_NOCLEAR" val="0"/>
  <p:tag name="KSO_WM_UNIT_VALUE" val="96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custom20237990_1*f*2"/>
  <p:tag name="KSO_WM_TEMPLATE_CATEGORY" val="custom"/>
  <p:tag name="KSO_WM_TEMPLATE_INDEX" val="20237990"/>
  <p:tag name="KSO_WM_UNIT_LAYERLEVEL" val="1"/>
  <p:tag name="KSO_WM_TAG_VERSION" val="3.0"/>
  <p:tag name="KSO_WM_BEAUTIFY_FLAG" val="#wm#"/>
  <p:tag name="KSO_WM_UNIT_PRESET_TEXT" val="YOUR LOGO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b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1*f*2"/>
  <p:tag name="KSO_WM_TEMPLATE_CATEGORY" val="custom"/>
  <p:tag name="KSO_WM_TEMPLATE_INDEX" val="20237990"/>
  <p:tag name="KSO_WM_UNIT_LAYERLEVEL" val="1"/>
  <p:tag name="KSO_WM_TAG_VERSION" val="3.0"/>
  <p:tag name="KSO_WM_BEAUTIFY_FLAG" val="#wm#"/>
  <p:tag name="KSO_WM_UNIT_PRESET_TEXT" val="署名占位符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TYPE" val="text"/>
  <p:tag name="KSO_WM_BEAUTIFY_FLAG" val="#wm#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9"/>
  <p:tag name="KSO_WM_UNIT_TYPE" val="f"/>
  <p:tag name="KSO_WM_UNIT_SUBTYPE" val="a"/>
  <p:tag name="KSO_WM_BEAUTIFY_FLAG" val="#wm#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TYPE" val="text"/>
  <p:tag name="KSO_WM_BEAUTIFY_FLAG" val="#wm#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" val="Image Formation &amp; Fundamentals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7"/>
  <p:tag name="KSO_WM_UNIT_TYPE" val="f"/>
  <p:tag name="KSO_WM_UNIT_SUBTYPE" val="a"/>
  <p:tag name="KSO_WM_BEAUTIFY_FLAG" val="#wm#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TYPE" val="text"/>
  <p:tag name="KSO_WM_BEAUTIFY_FLAG" val="#wm#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" val="Digitalization: Sampling &amp; Quantization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9"/>
  <p:tag name="KSO_WM_UNIT_TYPE" val="f"/>
  <p:tag name="KSO_WM_UNIT_SUBTYPE" val="a"/>
  <p:tag name="KSO_WM_BEAUTIFY_FLAG" val="#wm#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  <p:tag name="KSO_WM_SLIDE_ID" val="custom20237990_9"/>
  <p:tag name="KSO_WM_TEMPLATE_SUBCATEGORY" val="29"/>
  <p:tag name="KSO_WM_TEMPLATE_MASTER_TYPE" val="0"/>
  <p:tag name="KSO_WM_TEMPLATE_COLOR_TYPE" val="0"/>
  <p:tag name="KSO_WM_SLIDE_TYPE" val="endPage"/>
  <p:tag name="KSO_WM_SLIDE_SUBTYPE" val="pureTxt"/>
  <p:tag name="KSO_WM_SLIDE_ITEM_CNT" val="0"/>
  <p:tag name="KSO_WM_SLIDE_INDEX" val="9"/>
  <p:tag name="KSO_WM_TAG_VERSION" val="3.0"/>
  <p:tag name="KSO_WM_BEAUTIFY_FLAG" val="#wm#"/>
  <p:tag name="KSO_WM_TEMPLATE_CATEGORY" val="custom"/>
  <p:tag name="KSO_WM_TEMPLATE_INDEX" val="20237990"/>
  <p:tag name="KSO_WM_SLIDE_LAYOUT" val="a_f"/>
  <p:tag name="KSO_WM_SLIDE_LAYOUT_CNT" val="1_2"/>
  <p:tag name="KSO_WM_SLIDE_THEME_ID" val="3312678"/>
  <p:tag name="KSO_WM_SLIDE_THEME_NAME" val="Red Minimalist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7990_9*a*1"/>
  <p:tag name="KSO_WM_TEMPLATE_CATEGORY" val="custom"/>
  <p:tag name="KSO_WM_TEMPLATE_INDEX" val="20237990"/>
  <p:tag name="KSO_WM_UNIT_LAYERLEVEL" val="1"/>
  <p:tag name="KSO_WM_TAG_VERSION" val="3.0"/>
  <p:tag name="KSO_WM_BEAUTIFY_FLAG" val="#wm#"/>
  <p:tag name="KSO_WM_UNIT_PRESET_TEXT" val="THANK YOU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b"/>
  <p:tag name="KSO_WM_UNIT_NOCLEAR" val="0"/>
  <p:tag name="KSO_WM_UNIT_VALUE" val="114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custom20237990_9*f*2"/>
  <p:tag name="KSO_WM_TEMPLATE_CATEGORY" val="custom"/>
  <p:tag name="KSO_WM_TEMPLATE_INDEX" val="20237990"/>
  <p:tag name="KSO_WM_UNIT_LAYERLEVEL" val="1"/>
  <p:tag name="KSO_WM_TAG_VERSION" val="3.0"/>
  <p:tag name="KSO_WM_BEAUTIFY_FLAG" val="#wm#"/>
  <p:tag name="KSO_WM_UNIT_PRESET_TEXT" val="Name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自定义 112">
      <a:dk1>
        <a:srgbClr val="000000"/>
      </a:dk1>
      <a:lt1>
        <a:srgbClr val="FFFFFF"/>
      </a:lt1>
      <a:dk2>
        <a:srgbClr val="61514D"/>
      </a:dk2>
      <a:lt2>
        <a:srgbClr val="E7E6E6"/>
      </a:lt2>
      <a:accent1>
        <a:srgbClr val="E03835"/>
      </a:accent1>
      <a:accent2>
        <a:srgbClr val="E65235"/>
      </a:accent2>
      <a:accent3>
        <a:srgbClr val="EC6C36"/>
      </a:accent3>
      <a:accent4>
        <a:srgbClr val="F38736"/>
      </a:accent4>
      <a:accent5>
        <a:srgbClr val="F9A137"/>
      </a:accent5>
      <a:accent6>
        <a:srgbClr val="FFB31F"/>
      </a:accent6>
      <a:hlink>
        <a:srgbClr val="0563C1"/>
      </a:hlink>
      <a:folHlink>
        <a:srgbClr val="954F72"/>
      </a:folHlink>
    </a:clrScheme>
    <a:fontScheme name="字体-简约">
      <a:majorFont>
        <a:latin typeface="Manrope ExtraBold"/>
        <a:ea typeface="Manrope ExtraBold"/>
        <a:cs typeface=""/>
      </a:majorFont>
      <a:minorFont>
        <a:latin typeface="Lato"/>
        <a:ea typeface="Lato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>
          <a:gsLst>
            <a:gs pos="0">
              <a:schemeClr val="accent3">
                <a:lumMod val="80000"/>
                <a:lumOff val="20000"/>
              </a:schemeClr>
            </a:gs>
            <a:gs pos="50000">
              <a:schemeClr val="accent2"/>
            </a:gs>
            <a:gs pos="100000">
              <a:schemeClr val="accent1"/>
            </a:gs>
          </a:gsLst>
          <a:lin ang="10800000" scaled="0"/>
        </a:gradFill>
        <a:ln w="28575">
          <a:noFill/>
        </a:ln>
      </a:spPr>
      <a:bodyPr vertOverflow="overflow" horzOverflow="overflow" vert="horz" wrap="square" numCol="1" spcCol="0" rtlCol="0" fromWordArt="0" anchor="ctr" anchorCtr="0" forceAA="0" compatLnSpc="1">
        <a:noAutofit/>
      </a:bodyPr>
      <a:lstStyle>
        <a:defPPr algn="ctr">
          <a:defRPr sz="160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>
          <a:defRPr lang="en-US" b="1">
            <a:gradFill>
              <a:gsLst>
                <a:gs pos="0">
                  <a:schemeClr val="accent2">
                    <a:lumMod val="70000"/>
                    <a:lumOff val="30000"/>
                  </a:schemeClr>
                </a:gs>
                <a:gs pos="35000">
                  <a:schemeClr val="accent2"/>
                </a:gs>
                <a:gs pos="100000">
                  <a:schemeClr val="accent1"/>
                </a:gs>
              </a:gsLst>
              <a:lin ang="3000000" scaled="0"/>
            </a:gra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348</Words>
  <Application>Microsoft Office PowerPoint</Application>
  <PresentationFormat>Widescreen</PresentationFormat>
  <Paragraphs>21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</vt:i4>
      </vt:variant>
    </vt:vector>
  </HeadingPairs>
  <TitlesOfParts>
    <vt:vector size="13" baseType="lpstr">
      <vt:lpstr>Arial</vt:lpstr>
      <vt:lpstr>Calibri</vt:lpstr>
      <vt:lpstr>Lato</vt:lpstr>
      <vt:lpstr>Manrope ExtraBold</vt:lpstr>
      <vt:lpstr>Times New Roman</vt:lpstr>
      <vt:lpstr>Wingdings</vt:lpstr>
      <vt:lpstr>WPS</vt:lpstr>
      <vt:lpstr>Office Theme</vt:lpstr>
      <vt:lpstr>The Vision Pipeline: From Pixels to Real-World Engineering Solutions</vt:lpstr>
      <vt:lpstr>Image Formation &amp; Fundamentals</vt:lpstr>
      <vt:lpstr>Digitalization: Sampling &amp; Quantization</vt:lpstr>
      <vt:lpstr>Interpretation: Computer Vision Processing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Vision Pipeline: From Pixels to Real-World Engineering Solutions</dc:title>
  <dc:creator>noname</dc:creator>
  <cp:lastModifiedBy>Logesh S</cp:lastModifiedBy>
  <cp:revision>2</cp:revision>
  <dcterms:created xsi:type="dcterms:W3CDTF">2026-07-16T08:11:54Z</dcterms:created>
  <dcterms:modified xsi:type="dcterms:W3CDTF">2026-08-09T14:18:53Z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1033-12.1.0.27458</vt:lpwstr>
  </property>
  <property fmtid="{D5CDD505-2E9C-101B-9397-08002B2CF9AE}" pid="3" name="ICV">
    <vt:lpwstr>A44372D212884F83BB0B7BC028E585F7_11</vt:lpwstr>
  </property>
</Properties>
</file>